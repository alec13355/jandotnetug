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9"/>
  </p:normalViewPr>
  <p:slideViewPr>
    <p:cSldViewPr snapToGrid="0" snapToObjects="1">
      <p:cViewPr varScale="1">
        <p:scale>
          <a:sx n="133" d="100"/>
          <a:sy n="133" d="100"/>
        </p:scale>
        <p:origin x="209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38.png"/><Relationship Id="rId7" Type="http://schemas.openxmlformats.org/officeDocument/2006/relationships/image" Target="../media/image52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250374-1E27-4319-9CF3-863772259A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E0391F-A0B1-4E52-8507-F2D0F2EB58E8}">
      <dgm:prSet/>
      <dgm:spPr/>
      <dgm:t>
        <a:bodyPr/>
        <a:lstStyle/>
        <a:p>
          <a:r>
            <a:rPr lang="en-US" b="0" i="0"/>
            <a:t>Why AI Foundry Local</a:t>
          </a:r>
          <a:endParaRPr lang="en-US"/>
        </a:p>
      </dgm:t>
    </dgm:pt>
    <dgm:pt modelId="{F4F987D8-8143-47FA-9F4E-AC13499C8C1E}" type="parTrans" cxnId="{1A880F8E-BE4B-43FA-8995-00795B9F090E}">
      <dgm:prSet/>
      <dgm:spPr/>
      <dgm:t>
        <a:bodyPr/>
        <a:lstStyle/>
        <a:p>
          <a:endParaRPr lang="en-US"/>
        </a:p>
      </dgm:t>
    </dgm:pt>
    <dgm:pt modelId="{583C568B-06A3-4D3A-BC56-3DD6302040C9}" type="sibTrans" cxnId="{1A880F8E-BE4B-43FA-8995-00795B9F090E}">
      <dgm:prSet/>
      <dgm:spPr/>
      <dgm:t>
        <a:bodyPr/>
        <a:lstStyle/>
        <a:p>
          <a:endParaRPr lang="en-US"/>
        </a:p>
      </dgm:t>
    </dgm:pt>
    <dgm:pt modelId="{8EF5BA17-37B4-4804-80BB-448FE59492E4}">
      <dgm:prSet/>
      <dgm:spPr/>
      <dgm:t>
        <a:bodyPr/>
        <a:lstStyle/>
        <a:p>
          <a:r>
            <a:rPr lang="en-US" b="0" i="0"/>
            <a:t>What AI Foundry Local Is</a:t>
          </a:r>
          <a:endParaRPr lang="en-US"/>
        </a:p>
      </dgm:t>
    </dgm:pt>
    <dgm:pt modelId="{89EC7AB8-0CE3-4951-93B0-068F9C2810B4}" type="parTrans" cxnId="{46EF4205-DFFD-411F-BD5E-FCD2185EA8AA}">
      <dgm:prSet/>
      <dgm:spPr/>
      <dgm:t>
        <a:bodyPr/>
        <a:lstStyle/>
        <a:p>
          <a:endParaRPr lang="en-US"/>
        </a:p>
      </dgm:t>
    </dgm:pt>
    <dgm:pt modelId="{70F23D6D-2937-41B2-9EF6-FE4634182EB7}" type="sibTrans" cxnId="{46EF4205-DFFD-411F-BD5E-FCD2185EA8AA}">
      <dgm:prSet/>
      <dgm:spPr/>
      <dgm:t>
        <a:bodyPr/>
        <a:lstStyle/>
        <a:p>
          <a:endParaRPr lang="en-US"/>
        </a:p>
      </dgm:t>
    </dgm:pt>
    <dgm:pt modelId="{B077D60F-57E3-4B4E-8A30-7ABD4F29AF9E}">
      <dgm:prSet/>
      <dgm:spPr/>
      <dgm:t>
        <a:bodyPr/>
        <a:lstStyle/>
        <a:p>
          <a:r>
            <a:rPr lang="en-US" b="0" i="0"/>
            <a:t>Architecture Overview</a:t>
          </a:r>
          <a:endParaRPr lang="en-US"/>
        </a:p>
      </dgm:t>
    </dgm:pt>
    <dgm:pt modelId="{BB685F1C-C63B-4AA5-9617-4C0DDAA3E2CB}" type="parTrans" cxnId="{ED6A2300-7134-4BF0-A188-1298ADD72D2B}">
      <dgm:prSet/>
      <dgm:spPr/>
      <dgm:t>
        <a:bodyPr/>
        <a:lstStyle/>
        <a:p>
          <a:endParaRPr lang="en-US"/>
        </a:p>
      </dgm:t>
    </dgm:pt>
    <dgm:pt modelId="{57F2EABB-9D76-4DE1-8249-D704B3237522}" type="sibTrans" cxnId="{ED6A2300-7134-4BF0-A188-1298ADD72D2B}">
      <dgm:prSet/>
      <dgm:spPr/>
      <dgm:t>
        <a:bodyPr/>
        <a:lstStyle/>
        <a:p>
          <a:endParaRPr lang="en-US"/>
        </a:p>
      </dgm:t>
    </dgm:pt>
    <dgm:pt modelId="{E5D21FB5-A83F-44E5-AEA8-8DFD9B7447FA}">
      <dgm:prSet/>
      <dgm:spPr/>
      <dgm:t>
        <a:bodyPr/>
        <a:lstStyle/>
        <a:p>
          <a:r>
            <a:rPr lang="en-US" b="0" i="0"/>
            <a:t>Core Capabilities</a:t>
          </a:r>
          <a:endParaRPr lang="en-US"/>
        </a:p>
      </dgm:t>
    </dgm:pt>
    <dgm:pt modelId="{29E808E3-5B11-4E04-A99E-430163E1B255}" type="parTrans" cxnId="{BB689DDE-7CB7-494E-8803-678B09A3532E}">
      <dgm:prSet/>
      <dgm:spPr/>
      <dgm:t>
        <a:bodyPr/>
        <a:lstStyle/>
        <a:p>
          <a:endParaRPr lang="en-US"/>
        </a:p>
      </dgm:t>
    </dgm:pt>
    <dgm:pt modelId="{51310D4F-41FB-426C-B621-F370F73FEC99}" type="sibTrans" cxnId="{BB689DDE-7CB7-494E-8803-678B09A3532E}">
      <dgm:prSet/>
      <dgm:spPr/>
      <dgm:t>
        <a:bodyPr/>
        <a:lstStyle/>
        <a:p>
          <a:endParaRPr lang="en-US"/>
        </a:p>
      </dgm:t>
    </dgm:pt>
    <dgm:pt modelId="{6C0BEDCE-00B3-401E-B4AC-509FAF031502}">
      <dgm:prSet/>
      <dgm:spPr/>
      <dgm:t>
        <a:bodyPr/>
        <a:lstStyle/>
        <a:p>
          <a:r>
            <a:rPr lang="en-US" b="0" i="0"/>
            <a:t>Use Cases</a:t>
          </a:r>
          <a:endParaRPr lang="en-US"/>
        </a:p>
      </dgm:t>
    </dgm:pt>
    <dgm:pt modelId="{9E6F77A8-3E5C-4DC0-BD2F-CC99EC200769}" type="parTrans" cxnId="{CC16DC60-A37B-47AD-9A53-792B27F0847D}">
      <dgm:prSet/>
      <dgm:spPr/>
      <dgm:t>
        <a:bodyPr/>
        <a:lstStyle/>
        <a:p>
          <a:endParaRPr lang="en-US"/>
        </a:p>
      </dgm:t>
    </dgm:pt>
    <dgm:pt modelId="{912A9EE8-8ED2-4F4F-962F-E265F07C2DDF}" type="sibTrans" cxnId="{CC16DC60-A37B-47AD-9A53-792B27F0847D}">
      <dgm:prSet/>
      <dgm:spPr/>
      <dgm:t>
        <a:bodyPr/>
        <a:lstStyle/>
        <a:p>
          <a:endParaRPr lang="en-US"/>
        </a:p>
      </dgm:t>
    </dgm:pt>
    <dgm:pt modelId="{6F0BBDFA-6263-4676-A40F-8933AFD468BC}">
      <dgm:prSet/>
      <dgm:spPr/>
      <dgm:t>
        <a:bodyPr/>
        <a:lstStyle/>
        <a:p>
          <a:r>
            <a:rPr lang="en-US" b="0" i="0"/>
            <a:t>Demo / Walkthrough </a:t>
          </a:r>
          <a:endParaRPr lang="en-US"/>
        </a:p>
      </dgm:t>
    </dgm:pt>
    <dgm:pt modelId="{995EA275-D96E-4DDA-9AF4-07B932F1E3A1}" type="parTrans" cxnId="{8F7F0E90-1377-4A41-B936-0B3B9FA405AA}">
      <dgm:prSet/>
      <dgm:spPr/>
      <dgm:t>
        <a:bodyPr/>
        <a:lstStyle/>
        <a:p>
          <a:endParaRPr lang="en-US"/>
        </a:p>
      </dgm:t>
    </dgm:pt>
    <dgm:pt modelId="{095B2800-E265-4E95-8C72-D6DA9606D69B}" type="sibTrans" cxnId="{8F7F0E90-1377-4A41-B936-0B3B9FA405AA}">
      <dgm:prSet/>
      <dgm:spPr/>
      <dgm:t>
        <a:bodyPr/>
        <a:lstStyle/>
        <a:p>
          <a:endParaRPr lang="en-US"/>
        </a:p>
      </dgm:t>
    </dgm:pt>
    <dgm:pt modelId="{7E059229-A8F0-426E-89BD-96436CEFB24A}">
      <dgm:prSet/>
      <dgm:spPr/>
      <dgm:t>
        <a:bodyPr/>
        <a:lstStyle/>
        <a:p>
          <a:r>
            <a:rPr lang="en-US" b="0" i="0"/>
            <a:t>Operational &amp; Governance Considerations</a:t>
          </a:r>
          <a:endParaRPr lang="en-US"/>
        </a:p>
      </dgm:t>
    </dgm:pt>
    <dgm:pt modelId="{DCA10EB3-E16B-4F41-BA68-B7FDEDE516DA}" type="parTrans" cxnId="{EB4235D8-27F9-44C9-B946-F52CFCF274AE}">
      <dgm:prSet/>
      <dgm:spPr/>
      <dgm:t>
        <a:bodyPr/>
        <a:lstStyle/>
        <a:p>
          <a:endParaRPr lang="en-US"/>
        </a:p>
      </dgm:t>
    </dgm:pt>
    <dgm:pt modelId="{C90D1195-2756-4129-8B0C-586F7C6218D1}" type="sibTrans" cxnId="{EB4235D8-27F9-44C9-B946-F52CFCF274AE}">
      <dgm:prSet/>
      <dgm:spPr/>
      <dgm:t>
        <a:bodyPr/>
        <a:lstStyle/>
        <a:p>
          <a:endParaRPr lang="en-US"/>
        </a:p>
      </dgm:t>
    </dgm:pt>
    <dgm:pt modelId="{312BC51D-1804-4E8F-810E-64B1B7BA51B5}">
      <dgm:prSet/>
      <dgm:spPr/>
      <dgm:t>
        <a:bodyPr/>
        <a:lstStyle/>
        <a:p>
          <a:r>
            <a:rPr lang="en-US" b="0" i="0"/>
            <a:t>Getting Started</a:t>
          </a:r>
          <a:endParaRPr lang="en-US"/>
        </a:p>
      </dgm:t>
    </dgm:pt>
    <dgm:pt modelId="{6528D099-3B61-4B90-BD71-212E2CE99EA5}" type="parTrans" cxnId="{52731F56-AEF1-4FD9-B3ED-85D0F245C709}">
      <dgm:prSet/>
      <dgm:spPr/>
      <dgm:t>
        <a:bodyPr/>
        <a:lstStyle/>
        <a:p>
          <a:endParaRPr lang="en-US"/>
        </a:p>
      </dgm:t>
    </dgm:pt>
    <dgm:pt modelId="{74273D63-4755-46DA-84BB-9D52E2F4B5CC}" type="sibTrans" cxnId="{52731F56-AEF1-4FD9-B3ED-85D0F245C709}">
      <dgm:prSet/>
      <dgm:spPr/>
      <dgm:t>
        <a:bodyPr/>
        <a:lstStyle/>
        <a:p>
          <a:endParaRPr lang="en-US"/>
        </a:p>
      </dgm:t>
    </dgm:pt>
    <dgm:pt modelId="{806299C7-8802-445A-AE37-A46706010A36}" type="pres">
      <dgm:prSet presAssocID="{B4250374-1E27-4319-9CF3-863772259A2C}" presName="root" presStyleCnt="0">
        <dgm:presLayoutVars>
          <dgm:dir/>
          <dgm:resizeHandles val="exact"/>
        </dgm:presLayoutVars>
      </dgm:prSet>
      <dgm:spPr/>
    </dgm:pt>
    <dgm:pt modelId="{0E911160-9535-445C-8202-86101A9901D0}" type="pres">
      <dgm:prSet presAssocID="{39E0391F-A0B1-4E52-8507-F2D0F2EB58E8}" presName="compNode" presStyleCnt="0"/>
      <dgm:spPr/>
    </dgm:pt>
    <dgm:pt modelId="{672E31CC-A74B-4BD7-832A-0D07E172BB10}" type="pres">
      <dgm:prSet presAssocID="{39E0391F-A0B1-4E52-8507-F2D0F2EB58E8}" presName="bgRect" presStyleLbl="bgShp" presStyleIdx="0" presStyleCnt="8"/>
      <dgm:spPr/>
    </dgm:pt>
    <dgm:pt modelId="{911BDEAC-08A6-433A-B99D-B7BE17244133}" type="pres">
      <dgm:prSet presAssocID="{39E0391F-A0B1-4E52-8507-F2D0F2EB58E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A366A9D-0FA6-43FC-ACB4-3ECA9572A83D}" type="pres">
      <dgm:prSet presAssocID="{39E0391F-A0B1-4E52-8507-F2D0F2EB58E8}" presName="spaceRect" presStyleCnt="0"/>
      <dgm:spPr/>
    </dgm:pt>
    <dgm:pt modelId="{6E0D1B02-3D91-4B6A-B70C-AC23C2F4BB1E}" type="pres">
      <dgm:prSet presAssocID="{39E0391F-A0B1-4E52-8507-F2D0F2EB58E8}" presName="parTx" presStyleLbl="revTx" presStyleIdx="0" presStyleCnt="8">
        <dgm:presLayoutVars>
          <dgm:chMax val="0"/>
          <dgm:chPref val="0"/>
        </dgm:presLayoutVars>
      </dgm:prSet>
      <dgm:spPr/>
    </dgm:pt>
    <dgm:pt modelId="{A5D233CB-E854-40E6-9AE2-2250AC4D28BF}" type="pres">
      <dgm:prSet presAssocID="{583C568B-06A3-4D3A-BC56-3DD6302040C9}" presName="sibTrans" presStyleCnt="0"/>
      <dgm:spPr/>
    </dgm:pt>
    <dgm:pt modelId="{F2121A20-6314-4D11-A408-431621D9C8FE}" type="pres">
      <dgm:prSet presAssocID="{8EF5BA17-37B4-4804-80BB-448FE59492E4}" presName="compNode" presStyleCnt="0"/>
      <dgm:spPr/>
    </dgm:pt>
    <dgm:pt modelId="{51E9C44B-4416-4E91-90AD-CACF059EDA1C}" type="pres">
      <dgm:prSet presAssocID="{8EF5BA17-37B4-4804-80BB-448FE59492E4}" presName="bgRect" presStyleLbl="bgShp" presStyleIdx="1" presStyleCnt="8"/>
      <dgm:spPr/>
    </dgm:pt>
    <dgm:pt modelId="{4F7BBBF3-0FFF-47FF-BC76-2C06D0EA451B}" type="pres">
      <dgm:prSet presAssocID="{8EF5BA17-37B4-4804-80BB-448FE59492E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78299BC-828F-45A8-8759-52C8543A5BB4}" type="pres">
      <dgm:prSet presAssocID="{8EF5BA17-37B4-4804-80BB-448FE59492E4}" presName="spaceRect" presStyleCnt="0"/>
      <dgm:spPr/>
    </dgm:pt>
    <dgm:pt modelId="{B2D7564E-08C3-45F1-809D-81FABFB22412}" type="pres">
      <dgm:prSet presAssocID="{8EF5BA17-37B4-4804-80BB-448FE59492E4}" presName="parTx" presStyleLbl="revTx" presStyleIdx="1" presStyleCnt="8">
        <dgm:presLayoutVars>
          <dgm:chMax val="0"/>
          <dgm:chPref val="0"/>
        </dgm:presLayoutVars>
      </dgm:prSet>
      <dgm:spPr/>
    </dgm:pt>
    <dgm:pt modelId="{C85089E7-59BA-4C2F-8B3C-3B87A762B9DC}" type="pres">
      <dgm:prSet presAssocID="{70F23D6D-2937-41B2-9EF6-FE4634182EB7}" presName="sibTrans" presStyleCnt="0"/>
      <dgm:spPr/>
    </dgm:pt>
    <dgm:pt modelId="{BAAC09B8-2509-44BA-A5B0-BAC8A7086441}" type="pres">
      <dgm:prSet presAssocID="{B077D60F-57E3-4B4E-8A30-7ABD4F29AF9E}" presName="compNode" presStyleCnt="0"/>
      <dgm:spPr/>
    </dgm:pt>
    <dgm:pt modelId="{DDC1205F-0824-4B1C-808A-DD59CDD695B8}" type="pres">
      <dgm:prSet presAssocID="{B077D60F-57E3-4B4E-8A30-7ABD4F29AF9E}" presName="bgRect" presStyleLbl="bgShp" presStyleIdx="2" presStyleCnt="8"/>
      <dgm:spPr/>
    </dgm:pt>
    <dgm:pt modelId="{C00A5F67-B5B1-4333-B8F9-AC7A0969536F}" type="pres">
      <dgm:prSet presAssocID="{B077D60F-57E3-4B4E-8A30-7ABD4F29AF9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69E2C5F-D617-44AA-9FA7-5E8D09BCCEF9}" type="pres">
      <dgm:prSet presAssocID="{B077D60F-57E3-4B4E-8A30-7ABD4F29AF9E}" presName="spaceRect" presStyleCnt="0"/>
      <dgm:spPr/>
    </dgm:pt>
    <dgm:pt modelId="{34B6DB21-841F-41BF-BB33-05FFC725EE66}" type="pres">
      <dgm:prSet presAssocID="{B077D60F-57E3-4B4E-8A30-7ABD4F29AF9E}" presName="parTx" presStyleLbl="revTx" presStyleIdx="2" presStyleCnt="8">
        <dgm:presLayoutVars>
          <dgm:chMax val="0"/>
          <dgm:chPref val="0"/>
        </dgm:presLayoutVars>
      </dgm:prSet>
      <dgm:spPr/>
    </dgm:pt>
    <dgm:pt modelId="{2C73D6C7-3855-4866-92A0-A9B68A5CCD0E}" type="pres">
      <dgm:prSet presAssocID="{57F2EABB-9D76-4DE1-8249-D704B3237522}" presName="sibTrans" presStyleCnt="0"/>
      <dgm:spPr/>
    </dgm:pt>
    <dgm:pt modelId="{2CCEDB06-BD45-4B34-B314-B6D978406DA1}" type="pres">
      <dgm:prSet presAssocID="{E5D21FB5-A83F-44E5-AEA8-8DFD9B7447FA}" presName="compNode" presStyleCnt="0"/>
      <dgm:spPr/>
    </dgm:pt>
    <dgm:pt modelId="{377F3772-9641-43BC-889D-230FD8075508}" type="pres">
      <dgm:prSet presAssocID="{E5D21FB5-A83F-44E5-AEA8-8DFD9B7447FA}" presName="bgRect" presStyleLbl="bgShp" presStyleIdx="3" presStyleCnt="8"/>
      <dgm:spPr/>
    </dgm:pt>
    <dgm:pt modelId="{C74081E6-AFC2-41D9-903D-6F5470F0760B}" type="pres">
      <dgm:prSet presAssocID="{E5D21FB5-A83F-44E5-AEA8-8DFD9B7447F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9DB9F8-048B-4134-A94B-C24551A2D2FE}" type="pres">
      <dgm:prSet presAssocID="{E5D21FB5-A83F-44E5-AEA8-8DFD9B7447FA}" presName="spaceRect" presStyleCnt="0"/>
      <dgm:spPr/>
    </dgm:pt>
    <dgm:pt modelId="{0E7BD904-6458-4381-8366-E1008995E693}" type="pres">
      <dgm:prSet presAssocID="{E5D21FB5-A83F-44E5-AEA8-8DFD9B7447FA}" presName="parTx" presStyleLbl="revTx" presStyleIdx="3" presStyleCnt="8">
        <dgm:presLayoutVars>
          <dgm:chMax val="0"/>
          <dgm:chPref val="0"/>
        </dgm:presLayoutVars>
      </dgm:prSet>
      <dgm:spPr/>
    </dgm:pt>
    <dgm:pt modelId="{7D44DB9A-0AA1-44F0-BA62-6FD0C3C58FDF}" type="pres">
      <dgm:prSet presAssocID="{51310D4F-41FB-426C-B621-F370F73FEC99}" presName="sibTrans" presStyleCnt="0"/>
      <dgm:spPr/>
    </dgm:pt>
    <dgm:pt modelId="{80267A8D-D1E1-4700-8B3C-5060B2B9E04B}" type="pres">
      <dgm:prSet presAssocID="{6C0BEDCE-00B3-401E-B4AC-509FAF031502}" presName="compNode" presStyleCnt="0"/>
      <dgm:spPr/>
    </dgm:pt>
    <dgm:pt modelId="{CA850C87-92AD-4AF8-A228-AE0A43189FF6}" type="pres">
      <dgm:prSet presAssocID="{6C0BEDCE-00B3-401E-B4AC-509FAF031502}" presName="bgRect" presStyleLbl="bgShp" presStyleIdx="4" presStyleCnt="8"/>
      <dgm:spPr/>
    </dgm:pt>
    <dgm:pt modelId="{7C7892CC-3A75-4E59-A467-85FDB85D763F}" type="pres">
      <dgm:prSet presAssocID="{6C0BEDCE-00B3-401E-B4AC-509FAF03150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Tm"/>
        </a:ext>
      </dgm:extLst>
    </dgm:pt>
    <dgm:pt modelId="{533D6FB4-A20A-4728-BC03-CD9234907EF3}" type="pres">
      <dgm:prSet presAssocID="{6C0BEDCE-00B3-401E-B4AC-509FAF031502}" presName="spaceRect" presStyleCnt="0"/>
      <dgm:spPr/>
    </dgm:pt>
    <dgm:pt modelId="{CF435BA4-1FD5-4555-A6E0-FA70EF5CF661}" type="pres">
      <dgm:prSet presAssocID="{6C0BEDCE-00B3-401E-B4AC-509FAF031502}" presName="parTx" presStyleLbl="revTx" presStyleIdx="4" presStyleCnt="8">
        <dgm:presLayoutVars>
          <dgm:chMax val="0"/>
          <dgm:chPref val="0"/>
        </dgm:presLayoutVars>
      </dgm:prSet>
      <dgm:spPr/>
    </dgm:pt>
    <dgm:pt modelId="{42EA7F6E-1E2E-4008-9DDB-B8139CD09B54}" type="pres">
      <dgm:prSet presAssocID="{912A9EE8-8ED2-4F4F-962F-E265F07C2DDF}" presName="sibTrans" presStyleCnt="0"/>
      <dgm:spPr/>
    </dgm:pt>
    <dgm:pt modelId="{86A6F8DE-C3FC-4DD2-82F3-A46ADA85FD37}" type="pres">
      <dgm:prSet presAssocID="{6F0BBDFA-6263-4676-A40F-8933AFD468BC}" presName="compNode" presStyleCnt="0"/>
      <dgm:spPr/>
    </dgm:pt>
    <dgm:pt modelId="{98BFD3AC-D4A0-4271-A9C6-9963A9C18516}" type="pres">
      <dgm:prSet presAssocID="{6F0BBDFA-6263-4676-A40F-8933AFD468BC}" presName="bgRect" presStyleLbl="bgShp" presStyleIdx="5" presStyleCnt="8"/>
      <dgm:spPr/>
    </dgm:pt>
    <dgm:pt modelId="{28BD7653-8C5D-4701-841F-5BB513A106CB}" type="pres">
      <dgm:prSet presAssocID="{6F0BBDFA-6263-4676-A40F-8933AFD468BC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9C63A37-90C3-4297-9127-2AD7834855C0}" type="pres">
      <dgm:prSet presAssocID="{6F0BBDFA-6263-4676-A40F-8933AFD468BC}" presName="spaceRect" presStyleCnt="0"/>
      <dgm:spPr/>
    </dgm:pt>
    <dgm:pt modelId="{AE48385B-1433-49C7-9F34-312FACECAA96}" type="pres">
      <dgm:prSet presAssocID="{6F0BBDFA-6263-4676-A40F-8933AFD468BC}" presName="parTx" presStyleLbl="revTx" presStyleIdx="5" presStyleCnt="8">
        <dgm:presLayoutVars>
          <dgm:chMax val="0"/>
          <dgm:chPref val="0"/>
        </dgm:presLayoutVars>
      </dgm:prSet>
      <dgm:spPr/>
    </dgm:pt>
    <dgm:pt modelId="{FEBCDA36-E797-48FE-913D-7B11F11690F4}" type="pres">
      <dgm:prSet presAssocID="{095B2800-E265-4E95-8C72-D6DA9606D69B}" presName="sibTrans" presStyleCnt="0"/>
      <dgm:spPr/>
    </dgm:pt>
    <dgm:pt modelId="{C984404E-D21D-4BFC-9D52-A931B376A2D4}" type="pres">
      <dgm:prSet presAssocID="{7E059229-A8F0-426E-89BD-96436CEFB24A}" presName="compNode" presStyleCnt="0"/>
      <dgm:spPr/>
    </dgm:pt>
    <dgm:pt modelId="{63ACCDED-2433-41DA-9BD4-DDE2F03F1A4A}" type="pres">
      <dgm:prSet presAssocID="{7E059229-A8F0-426E-89BD-96436CEFB24A}" presName="bgRect" presStyleLbl="bgShp" presStyleIdx="6" presStyleCnt="8"/>
      <dgm:spPr/>
    </dgm:pt>
    <dgm:pt modelId="{6B765150-33DB-428E-9B8B-B5B5CE69EC2C}" type="pres">
      <dgm:prSet presAssocID="{7E059229-A8F0-426E-89BD-96436CEFB24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E7E2410-9C27-4708-B995-488EA135AA5C}" type="pres">
      <dgm:prSet presAssocID="{7E059229-A8F0-426E-89BD-96436CEFB24A}" presName="spaceRect" presStyleCnt="0"/>
      <dgm:spPr/>
    </dgm:pt>
    <dgm:pt modelId="{FE832084-4CEF-42D9-973F-877C33585777}" type="pres">
      <dgm:prSet presAssocID="{7E059229-A8F0-426E-89BD-96436CEFB24A}" presName="parTx" presStyleLbl="revTx" presStyleIdx="6" presStyleCnt="8">
        <dgm:presLayoutVars>
          <dgm:chMax val="0"/>
          <dgm:chPref val="0"/>
        </dgm:presLayoutVars>
      </dgm:prSet>
      <dgm:spPr/>
    </dgm:pt>
    <dgm:pt modelId="{51E4B3D9-D705-4E83-ADEE-AA1AEC6944B3}" type="pres">
      <dgm:prSet presAssocID="{C90D1195-2756-4129-8B0C-586F7C6218D1}" presName="sibTrans" presStyleCnt="0"/>
      <dgm:spPr/>
    </dgm:pt>
    <dgm:pt modelId="{C932E26B-96C3-4F05-BB63-4C3440A1810D}" type="pres">
      <dgm:prSet presAssocID="{312BC51D-1804-4E8F-810E-64B1B7BA51B5}" presName="compNode" presStyleCnt="0"/>
      <dgm:spPr/>
    </dgm:pt>
    <dgm:pt modelId="{FE5F0380-540E-42F7-9901-C200BC95067F}" type="pres">
      <dgm:prSet presAssocID="{312BC51D-1804-4E8F-810E-64B1B7BA51B5}" presName="bgRect" presStyleLbl="bgShp" presStyleIdx="7" presStyleCnt="8"/>
      <dgm:spPr/>
    </dgm:pt>
    <dgm:pt modelId="{A158F3C6-5C73-4E69-B60E-817DE4C911C8}" type="pres">
      <dgm:prSet presAssocID="{312BC51D-1804-4E8F-810E-64B1B7BA51B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8FD7EF8-EF9E-461E-8224-9A544D8254AC}" type="pres">
      <dgm:prSet presAssocID="{312BC51D-1804-4E8F-810E-64B1B7BA51B5}" presName="spaceRect" presStyleCnt="0"/>
      <dgm:spPr/>
    </dgm:pt>
    <dgm:pt modelId="{4B1729C6-14C1-436D-B7B2-DE30317F6920}" type="pres">
      <dgm:prSet presAssocID="{312BC51D-1804-4E8F-810E-64B1B7BA51B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ED6A2300-7134-4BF0-A188-1298ADD72D2B}" srcId="{B4250374-1E27-4319-9CF3-863772259A2C}" destId="{B077D60F-57E3-4B4E-8A30-7ABD4F29AF9E}" srcOrd="2" destOrd="0" parTransId="{BB685F1C-C63B-4AA5-9617-4C0DDAA3E2CB}" sibTransId="{57F2EABB-9D76-4DE1-8249-D704B3237522}"/>
    <dgm:cxn modelId="{46EF4205-DFFD-411F-BD5E-FCD2185EA8AA}" srcId="{B4250374-1E27-4319-9CF3-863772259A2C}" destId="{8EF5BA17-37B4-4804-80BB-448FE59492E4}" srcOrd="1" destOrd="0" parTransId="{89EC7AB8-0CE3-4951-93B0-068F9C2810B4}" sibTransId="{70F23D6D-2937-41B2-9EF6-FE4634182EB7}"/>
    <dgm:cxn modelId="{816B2219-6F3C-4557-A145-09ECA13F563D}" type="presOf" srcId="{B4250374-1E27-4319-9CF3-863772259A2C}" destId="{806299C7-8802-445A-AE37-A46706010A36}" srcOrd="0" destOrd="0" presId="urn:microsoft.com/office/officeart/2018/2/layout/IconVerticalSolidList"/>
    <dgm:cxn modelId="{52731F56-AEF1-4FD9-B3ED-85D0F245C709}" srcId="{B4250374-1E27-4319-9CF3-863772259A2C}" destId="{312BC51D-1804-4E8F-810E-64B1B7BA51B5}" srcOrd="7" destOrd="0" parTransId="{6528D099-3B61-4B90-BD71-212E2CE99EA5}" sibTransId="{74273D63-4755-46DA-84BB-9D52E2F4B5CC}"/>
    <dgm:cxn modelId="{27FC295F-55B8-4D26-A262-19C3CA017997}" type="presOf" srcId="{312BC51D-1804-4E8F-810E-64B1B7BA51B5}" destId="{4B1729C6-14C1-436D-B7B2-DE30317F6920}" srcOrd="0" destOrd="0" presId="urn:microsoft.com/office/officeart/2018/2/layout/IconVerticalSolidList"/>
    <dgm:cxn modelId="{CC16DC60-A37B-47AD-9A53-792B27F0847D}" srcId="{B4250374-1E27-4319-9CF3-863772259A2C}" destId="{6C0BEDCE-00B3-401E-B4AC-509FAF031502}" srcOrd="4" destOrd="0" parTransId="{9E6F77A8-3E5C-4DC0-BD2F-CC99EC200769}" sibTransId="{912A9EE8-8ED2-4F4F-962F-E265F07C2DDF}"/>
    <dgm:cxn modelId="{797D8A69-DD25-4959-A298-2BC25D44BF29}" type="presOf" srcId="{39E0391F-A0B1-4E52-8507-F2D0F2EB58E8}" destId="{6E0D1B02-3D91-4B6A-B70C-AC23C2F4BB1E}" srcOrd="0" destOrd="0" presId="urn:microsoft.com/office/officeart/2018/2/layout/IconVerticalSolidList"/>
    <dgm:cxn modelId="{1A880F8E-BE4B-43FA-8995-00795B9F090E}" srcId="{B4250374-1E27-4319-9CF3-863772259A2C}" destId="{39E0391F-A0B1-4E52-8507-F2D0F2EB58E8}" srcOrd="0" destOrd="0" parTransId="{F4F987D8-8143-47FA-9F4E-AC13499C8C1E}" sibTransId="{583C568B-06A3-4D3A-BC56-3DD6302040C9}"/>
    <dgm:cxn modelId="{8F7F0E90-1377-4A41-B936-0B3B9FA405AA}" srcId="{B4250374-1E27-4319-9CF3-863772259A2C}" destId="{6F0BBDFA-6263-4676-A40F-8933AFD468BC}" srcOrd="5" destOrd="0" parTransId="{995EA275-D96E-4DDA-9AF4-07B932F1E3A1}" sibTransId="{095B2800-E265-4E95-8C72-D6DA9606D69B}"/>
    <dgm:cxn modelId="{97232F9B-0ACB-4084-9E46-8F4D0069DD62}" type="presOf" srcId="{B077D60F-57E3-4B4E-8A30-7ABD4F29AF9E}" destId="{34B6DB21-841F-41BF-BB33-05FFC725EE66}" srcOrd="0" destOrd="0" presId="urn:microsoft.com/office/officeart/2018/2/layout/IconVerticalSolidList"/>
    <dgm:cxn modelId="{10020E9C-AD5C-47EE-AF20-06374E79327F}" type="presOf" srcId="{8EF5BA17-37B4-4804-80BB-448FE59492E4}" destId="{B2D7564E-08C3-45F1-809D-81FABFB22412}" srcOrd="0" destOrd="0" presId="urn:microsoft.com/office/officeart/2018/2/layout/IconVerticalSolidList"/>
    <dgm:cxn modelId="{A3DD81A4-71A9-4FE1-8EF0-B6AEC0FF3E54}" type="presOf" srcId="{E5D21FB5-A83F-44E5-AEA8-8DFD9B7447FA}" destId="{0E7BD904-6458-4381-8366-E1008995E693}" srcOrd="0" destOrd="0" presId="urn:microsoft.com/office/officeart/2018/2/layout/IconVerticalSolidList"/>
    <dgm:cxn modelId="{BA8DE6C0-FC35-484C-BC98-5889C8E9CDB9}" type="presOf" srcId="{6C0BEDCE-00B3-401E-B4AC-509FAF031502}" destId="{CF435BA4-1FD5-4555-A6E0-FA70EF5CF661}" srcOrd="0" destOrd="0" presId="urn:microsoft.com/office/officeart/2018/2/layout/IconVerticalSolidList"/>
    <dgm:cxn modelId="{F4BA43CA-5EFA-4385-8474-BA584C9AB6CA}" type="presOf" srcId="{7E059229-A8F0-426E-89BD-96436CEFB24A}" destId="{FE832084-4CEF-42D9-973F-877C33585777}" srcOrd="0" destOrd="0" presId="urn:microsoft.com/office/officeart/2018/2/layout/IconVerticalSolidList"/>
    <dgm:cxn modelId="{EB4235D8-27F9-44C9-B946-F52CFCF274AE}" srcId="{B4250374-1E27-4319-9CF3-863772259A2C}" destId="{7E059229-A8F0-426E-89BD-96436CEFB24A}" srcOrd="6" destOrd="0" parTransId="{DCA10EB3-E16B-4F41-BA68-B7FDEDE516DA}" sibTransId="{C90D1195-2756-4129-8B0C-586F7C6218D1}"/>
    <dgm:cxn modelId="{BB689DDE-7CB7-494E-8803-678B09A3532E}" srcId="{B4250374-1E27-4319-9CF3-863772259A2C}" destId="{E5D21FB5-A83F-44E5-AEA8-8DFD9B7447FA}" srcOrd="3" destOrd="0" parTransId="{29E808E3-5B11-4E04-A99E-430163E1B255}" sibTransId="{51310D4F-41FB-426C-B621-F370F73FEC99}"/>
    <dgm:cxn modelId="{04E2BCF6-6902-477F-A2E1-3DB4092802EB}" type="presOf" srcId="{6F0BBDFA-6263-4676-A40F-8933AFD468BC}" destId="{AE48385B-1433-49C7-9F34-312FACECAA96}" srcOrd="0" destOrd="0" presId="urn:microsoft.com/office/officeart/2018/2/layout/IconVerticalSolidList"/>
    <dgm:cxn modelId="{C4D77775-7082-4790-AC57-282908B34D59}" type="presParOf" srcId="{806299C7-8802-445A-AE37-A46706010A36}" destId="{0E911160-9535-445C-8202-86101A9901D0}" srcOrd="0" destOrd="0" presId="urn:microsoft.com/office/officeart/2018/2/layout/IconVerticalSolidList"/>
    <dgm:cxn modelId="{7A4A999E-0CFC-4C99-BC68-CB9153C7C81C}" type="presParOf" srcId="{0E911160-9535-445C-8202-86101A9901D0}" destId="{672E31CC-A74B-4BD7-832A-0D07E172BB10}" srcOrd="0" destOrd="0" presId="urn:microsoft.com/office/officeart/2018/2/layout/IconVerticalSolidList"/>
    <dgm:cxn modelId="{D0C1AA68-A4E7-4ADC-8549-CE95A175E291}" type="presParOf" srcId="{0E911160-9535-445C-8202-86101A9901D0}" destId="{911BDEAC-08A6-433A-B99D-B7BE17244133}" srcOrd="1" destOrd="0" presId="urn:microsoft.com/office/officeart/2018/2/layout/IconVerticalSolidList"/>
    <dgm:cxn modelId="{F6B9DCF5-5EB4-41D1-B987-8B689E0254DA}" type="presParOf" srcId="{0E911160-9535-445C-8202-86101A9901D0}" destId="{0A366A9D-0FA6-43FC-ACB4-3ECA9572A83D}" srcOrd="2" destOrd="0" presId="urn:microsoft.com/office/officeart/2018/2/layout/IconVerticalSolidList"/>
    <dgm:cxn modelId="{A1489234-0FD3-483E-96D3-4DD166086414}" type="presParOf" srcId="{0E911160-9535-445C-8202-86101A9901D0}" destId="{6E0D1B02-3D91-4B6A-B70C-AC23C2F4BB1E}" srcOrd="3" destOrd="0" presId="urn:microsoft.com/office/officeart/2018/2/layout/IconVerticalSolidList"/>
    <dgm:cxn modelId="{7787C50C-CA74-4EC9-B75F-3AFC1623B4F2}" type="presParOf" srcId="{806299C7-8802-445A-AE37-A46706010A36}" destId="{A5D233CB-E854-40E6-9AE2-2250AC4D28BF}" srcOrd="1" destOrd="0" presId="urn:microsoft.com/office/officeart/2018/2/layout/IconVerticalSolidList"/>
    <dgm:cxn modelId="{6E8D2DF8-F896-4BB2-ACC5-E630B63C4824}" type="presParOf" srcId="{806299C7-8802-445A-AE37-A46706010A36}" destId="{F2121A20-6314-4D11-A408-431621D9C8FE}" srcOrd="2" destOrd="0" presId="urn:microsoft.com/office/officeart/2018/2/layout/IconVerticalSolidList"/>
    <dgm:cxn modelId="{BC7F26DE-EFC0-4784-A374-35F96ABF4D05}" type="presParOf" srcId="{F2121A20-6314-4D11-A408-431621D9C8FE}" destId="{51E9C44B-4416-4E91-90AD-CACF059EDA1C}" srcOrd="0" destOrd="0" presId="urn:microsoft.com/office/officeart/2018/2/layout/IconVerticalSolidList"/>
    <dgm:cxn modelId="{35B91097-D301-457F-8889-F5FF1AF91E9C}" type="presParOf" srcId="{F2121A20-6314-4D11-A408-431621D9C8FE}" destId="{4F7BBBF3-0FFF-47FF-BC76-2C06D0EA451B}" srcOrd="1" destOrd="0" presId="urn:microsoft.com/office/officeart/2018/2/layout/IconVerticalSolidList"/>
    <dgm:cxn modelId="{1072CD0F-54EA-43E7-A24E-5B0177611746}" type="presParOf" srcId="{F2121A20-6314-4D11-A408-431621D9C8FE}" destId="{878299BC-828F-45A8-8759-52C8543A5BB4}" srcOrd="2" destOrd="0" presId="urn:microsoft.com/office/officeart/2018/2/layout/IconVerticalSolidList"/>
    <dgm:cxn modelId="{186FCD02-E06A-4D85-8846-0B3C70CE9EA2}" type="presParOf" srcId="{F2121A20-6314-4D11-A408-431621D9C8FE}" destId="{B2D7564E-08C3-45F1-809D-81FABFB22412}" srcOrd="3" destOrd="0" presId="urn:microsoft.com/office/officeart/2018/2/layout/IconVerticalSolidList"/>
    <dgm:cxn modelId="{9810D132-4060-4EF2-BB37-4897733548F6}" type="presParOf" srcId="{806299C7-8802-445A-AE37-A46706010A36}" destId="{C85089E7-59BA-4C2F-8B3C-3B87A762B9DC}" srcOrd="3" destOrd="0" presId="urn:microsoft.com/office/officeart/2018/2/layout/IconVerticalSolidList"/>
    <dgm:cxn modelId="{F648A9AD-B498-41A8-B9C2-9A412CD2DE23}" type="presParOf" srcId="{806299C7-8802-445A-AE37-A46706010A36}" destId="{BAAC09B8-2509-44BA-A5B0-BAC8A7086441}" srcOrd="4" destOrd="0" presId="urn:microsoft.com/office/officeart/2018/2/layout/IconVerticalSolidList"/>
    <dgm:cxn modelId="{DA3FE319-E6FE-4C61-9CC7-FBF55237C866}" type="presParOf" srcId="{BAAC09B8-2509-44BA-A5B0-BAC8A7086441}" destId="{DDC1205F-0824-4B1C-808A-DD59CDD695B8}" srcOrd="0" destOrd="0" presId="urn:microsoft.com/office/officeart/2018/2/layout/IconVerticalSolidList"/>
    <dgm:cxn modelId="{6364C628-FCF0-4696-A989-ECAB111561A1}" type="presParOf" srcId="{BAAC09B8-2509-44BA-A5B0-BAC8A7086441}" destId="{C00A5F67-B5B1-4333-B8F9-AC7A0969536F}" srcOrd="1" destOrd="0" presId="urn:microsoft.com/office/officeart/2018/2/layout/IconVerticalSolidList"/>
    <dgm:cxn modelId="{7BA98FC5-B2A6-493C-9B54-62DA7ED80D8A}" type="presParOf" srcId="{BAAC09B8-2509-44BA-A5B0-BAC8A7086441}" destId="{C69E2C5F-D617-44AA-9FA7-5E8D09BCCEF9}" srcOrd="2" destOrd="0" presId="urn:microsoft.com/office/officeart/2018/2/layout/IconVerticalSolidList"/>
    <dgm:cxn modelId="{B781768E-3F85-454D-B9BC-E001115B1BA8}" type="presParOf" srcId="{BAAC09B8-2509-44BA-A5B0-BAC8A7086441}" destId="{34B6DB21-841F-41BF-BB33-05FFC725EE66}" srcOrd="3" destOrd="0" presId="urn:microsoft.com/office/officeart/2018/2/layout/IconVerticalSolidList"/>
    <dgm:cxn modelId="{F1CC259B-E7C6-4E3F-A7D7-2A762E2DC2FF}" type="presParOf" srcId="{806299C7-8802-445A-AE37-A46706010A36}" destId="{2C73D6C7-3855-4866-92A0-A9B68A5CCD0E}" srcOrd="5" destOrd="0" presId="urn:microsoft.com/office/officeart/2018/2/layout/IconVerticalSolidList"/>
    <dgm:cxn modelId="{FF823969-9AB5-46B4-90AA-519972645F29}" type="presParOf" srcId="{806299C7-8802-445A-AE37-A46706010A36}" destId="{2CCEDB06-BD45-4B34-B314-B6D978406DA1}" srcOrd="6" destOrd="0" presId="urn:microsoft.com/office/officeart/2018/2/layout/IconVerticalSolidList"/>
    <dgm:cxn modelId="{79D44FCF-2BB2-4BB9-BD62-2DC9A1DFD01C}" type="presParOf" srcId="{2CCEDB06-BD45-4B34-B314-B6D978406DA1}" destId="{377F3772-9641-43BC-889D-230FD8075508}" srcOrd="0" destOrd="0" presId="urn:microsoft.com/office/officeart/2018/2/layout/IconVerticalSolidList"/>
    <dgm:cxn modelId="{C04B82A4-A1AF-4421-B554-0E0AF4E32EE9}" type="presParOf" srcId="{2CCEDB06-BD45-4B34-B314-B6D978406DA1}" destId="{C74081E6-AFC2-41D9-903D-6F5470F0760B}" srcOrd="1" destOrd="0" presId="urn:microsoft.com/office/officeart/2018/2/layout/IconVerticalSolidList"/>
    <dgm:cxn modelId="{E5049346-4B9D-4574-AA84-53D528F5EB77}" type="presParOf" srcId="{2CCEDB06-BD45-4B34-B314-B6D978406DA1}" destId="{6D9DB9F8-048B-4134-A94B-C24551A2D2FE}" srcOrd="2" destOrd="0" presId="urn:microsoft.com/office/officeart/2018/2/layout/IconVerticalSolidList"/>
    <dgm:cxn modelId="{FAE7D2FE-B016-4430-BE14-7ACA2FAD7FEB}" type="presParOf" srcId="{2CCEDB06-BD45-4B34-B314-B6D978406DA1}" destId="{0E7BD904-6458-4381-8366-E1008995E693}" srcOrd="3" destOrd="0" presId="urn:microsoft.com/office/officeart/2018/2/layout/IconVerticalSolidList"/>
    <dgm:cxn modelId="{A8F81FD5-9892-4CF1-B6F2-92584FD7E742}" type="presParOf" srcId="{806299C7-8802-445A-AE37-A46706010A36}" destId="{7D44DB9A-0AA1-44F0-BA62-6FD0C3C58FDF}" srcOrd="7" destOrd="0" presId="urn:microsoft.com/office/officeart/2018/2/layout/IconVerticalSolidList"/>
    <dgm:cxn modelId="{B928C110-70D0-48E9-9338-0A7E9BE32194}" type="presParOf" srcId="{806299C7-8802-445A-AE37-A46706010A36}" destId="{80267A8D-D1E1-4700-8B3C-5060B2B9E04B}" srcOrd="8" destOrd="0" presId="urn:microsoft.com/office/officeart/2018/2/layout/IconVerticalSolidList"/>
    <dgm:cxn modelId="{BF0C2FAE-5B14-45CA-B4D6-4D4F85F55F13}" type="presParOf" srcId="{80267A8D-D1E1-4700-8B3C-5060B2B9E04B}" destId="{CA850C87-92AD-4AF8-A228-AE0A43189FF6}" srcOrd="0" destOrd="0" presId="urn:microsoft.com/office/officeart/2018/2/layout/IconVerticalSolidList"/>
    <dgm:cxn modelId="{89EA638F-D1C8-4190-AE46-43655DD7B29F}" type="presParOf" srcId="{80267A8D-D1E1-4700-8B3C-5060B2B9E04B}" destId="{7C7892CC-3A75-4E59-A467-85FDB85D763F}" srcOrd="1" destOrd="0" presId="urn:microsoft.com/office/officeart/2018/2/layout/IconVerticalSolidList"/>
    <dgm:cxn modelId="{F87BB253-D961-4917-A919-2AB92F60EECB}" type="presParOf" srcId="{80267A8D-D1E1-4700-8B3C-5060B2B9E04B}" destId="{533D6FB4-A20A-4728-BC03-CD9234907EF3}" srcOrd="2" destOrd="0" presId="urn:microsoft.com/office/officeart/2018/2/layout/IconVerticalSolidList"/>
    <dgm:cxn modelId="{3FB0E333-5C70-4640-B470-9C6ED85289EB}" type="presParOf" srcId="{80267A8D-D1E1-4700-8B3C-5060B2B9E04B}" destId="{CF435BA4-1FD5-4555-A6E0-FA70EF5CF661}" srcOrd="3" destOrd="0" presId="urn:microsoft.com/office/officeart/2018/2/layout/IconVerticalSolidList"/>
    <dgm:cxn modelId="{79EFC53F-7FAC-42E6-B845-07E4CBC508B0}" type="presParOf" srcId="{806299C7-8802-445A-AE37-A46706010A36}" destId="{42EA7F6E-1E2E-4008-9DDB-B8139CD09B54}" srcOrd="9" destOrd="0" presId="urn:microsoft.com/office/officeart/2018/2/layout/IconVerticalSolidList"/>
    <dgm:cxn modelId="{1E9DB4C0-964B-4A4F-A6ED-1E12599EB517}" type="presParOf" srcId="{806299C7-8802-445A-AE37-A46706010A36}" destId="{86A6F8DE-C3FC-4DD2-82F3-A46ADA85FD37}" srcOrd="10" destOrd="0" presId="urn:microsoft.com/office/officeart/2018/2/layout/IconVerticalSolidList"/>
    <dgm:cxn modelId="{7298E0D6-0FE8-402D-8342-788D75EE4AD9}" type="presParOf" srcId="{86A6F8DE-C3FC-4DD2-82F3-A46ADA85FD37}" destId="{98BFD3AC-D4A0-4271-A9C6-9963A9C18516}" srcOrd="0" destOrd="0" presId="urn:microsoft.com/office/officeart/2018/2/layout/IconVerticalSolidList"/>
    <dgm:cxn modelId="{41B1930D-7BEA-4086-8830-1AD0BF558EE1}" type="presParOf" srcId="{86A6F8DE-C3FC-4DD2-82F3-A46ADA85FD37}" destId="{28BD7653-8C5D-4701-841F-5BB513A106CB}" srcOrd="1" destOrd="0" presId="urn:microsoft.com/office/officeart/2018/2/layout/IconVerticalSolidList"/>
    <dgm:cxn modelId="{9EBD8859-C5AC-4714-B415-87726386164D}" type="presParOf" srcId="{86A6F8DE-C3FC-4DD2-82F3-A46ADA85FD37}" destId="{29C63A37-90C3-4297-9127-2AD7834855C0}" srcOrd="2" destOrd="0" presId="urn:microsoft.com/office/officeart/2018/2/layout/IconVerticalSolidList"/>
    <dgm:cxn modelId="{AE819ACC-36D4-4B32-810A-004F25640DD6}" type="presParOf" srcId="{86A6F8DE-C3FC-4DD2-82F3-A46ADA85FD37}" destId="{AE48385B-1433-49C7-9F34-312FACECAA96}" srcOrd="3" destOrd="0" presId="urn:microsoft.com/office/officeart/2018/2/layout/IconVerticalSolidList"/>
    <dgm:cxn modelId="{FCF4C7BC-9B44-4F4F-ABD7-30AC4394CBBB}" type="presParOf" srcId="{806299C7-8802-445A-AE37-A46706010A36}" destId="{FEBCDA36-E797-48FE-913D-7B11F11690F4}" srcOrd="11" destOrd="0" presId="urn:microsoft.com/office/officeart/2018/2/layout/IconVerticalSolidList"/>
    <dgm:cxn modelId="{30D395E8-06DE-441A-B01E-5638F55D9E35}" type="presParOf" srcId="{806299C7-8802-445A-AE37-A46706010A36}" destId="{C984404E-D21D-4BFC-9D52-A931B376A2D4}" srcOrd="12" destOrd="0" presId="urn:microsoft.com/office/officeart/2018/2/layout/IconVerticalSolidList"/>
    <dgm:cxn modelId="{EDB0C52D-DBDE-42AF-866A-A45A1278BA28}" type="presParOf" srcId="{C984404E-D21D-4BFC-9D52-A931B376A2D4}" destId="{63ACCDED-2433-41DA-9BD4-DDE2F03F1A4A}" srcOrd="0" destOrd="0" presId="urn:microsoft.com/office/officeart/2018/2/layout/IconVerticalSolidList"/>
    <dgm:cxn modelId="{CBB70637-AF52-4339-8545-67A449C15371}" type="presParOf" srcId="{C984404E-D21D-4BFC-9D52-A931B376A2D4}" destId="{6B765150-33DB-428E-9B8B-B5B5CE69EC2C}" srcOrd="1" destOrd="0" presId="urn:microsoft.com/office/officeart/2018/2/layout/IconVerticalSolidList"/>
    <dgm:cxn modelId="{DBAA4609-454E-4F14-8ECE-822B47BCA8F3}" type="presParOf" srcId="{C984404E-D21D-4BFC-9D52-A931B376A2D4}" destId="{AE7E2410-9C27-4708-B995-488EA135AA5C}" srcOrd="2" destOrd="0" presId="urn:microsoft.com/office/officeart/2018/2/layout/IconVerticalSolidList"/>
    <dgm:cxn modelId="{720B36C9-51AC-4BF8-B703-32B0792E5934}" type="presParOf" srcId="{C984404E-D21D-4BFC-9D52-A931B376A2D4}" destId="{FE832084-4CEF-42D9-973F-877C33585777}" srcOrd="3" destOrd="0" presId="urn:microsoft.com/office/officeart/2018/2/layout/IconVerticalSolidList"/>
    <dgm:cxn modelId="{B1815E56-0DA6-4E54-B078-C1A09BC57868}" type="presParOf" srcId="{806299C7-8802-445A-AE37-A46706010A36}" destId="{51E4B3D9-D705-4E83-ADEE-AA1AEC6944B3}" srcOrd="13" destOrd="0" presId="urn:microsoft.com/office/officeart/2018/2/layout/IconVerticalSolidList"/>
    <dgm:cxn modelId="{D4094E39-15B8-4033-BD90-609F28E8F71E}" type="presParOf" srcId="{806299C7-8802-445A-AE37-A46706010A36}" destId="{C932E26B-96C3-4F05-BB63-4C3440A1810D}" srcOrd="14" destOrd="0" presId="urn:microsoft.com/office/officeart/2018/2/layout/IconVerticalSolidList"/>
    <dgm:cxn modelId="{16736D69-216F-4BE7-BC9B-82CE4F2CD9D1}" type="presParOf" srcId="{C932E26B-96C3-4F05-BB63-4C3440A1810D}" destId="{FE5F0380-540E-42F7-9901-C200BC95067F}" srcOrd="0" destOrd="0" presId="urn:microsoft.com/office/officeart/2018/2/layout/IconVerticalSolidList"/>
    <dgm:cxn modelId="{85EF9FA7-A619-48DB-A59C-3BE9EB1E7733}" type="presParOf" srcId="{C932E26B-96C3-4F05-BB63-4C3440A1810D}" destId="{A158F3C6-5C73-4E69-B60E-817DE4C911C8}" srcOrd="1" destOrd="0" presId="urn:microsoft.com/office/officeart/2018/2/layout/IconVerticalSolidList"/>
    <dgm:cxn modelId="{5C11B1B9-E021-4977-80B9-B50BEA173575}" type="presParOf" srcId="{C932E26B-96C3-4F05-BB63-4C3440A1810D}" destId="{F8FD7EF8-EF9E-461E-8224-9A544D8254AC}" srcOrd="2" destOrd="0" presId="urn:microsoft.com/office/officeart/2018/2/layout/IconVerticalSolidList"/>
    <dgm:cxn modelId="{7B73169E-D44B-44CB-88A9-F63E671C55EA}" type="presParOf" srcId="{C932E26B-96C3-4F05-BB63-4C3440A1810D}" destId="{4B1729C6-14C1-436D-B7B2-DE30317F69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C6EB1E-3D0C-4CB5-8176-0E3FC6FF33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F160FA-FBD6-4A61-90F9-ED28677F69BA}">
      <dgm:prSet/>
      <dgm:spPr/>
      <dgm:t>
        <a:bodyPr/>
        <a:lstStyle/>
        <a:p>
          <a:r>
            <a:rPr lang="en-US" b="0" i="0"/>
            <a:t>Data residency and compliance requirements</a:t>
          </a:r>
          <a:endParaRPr lang="en-US"/>
        </a:p>
      </dgm:t>
    </dgm:pt>
    <dgm:pt modelId="{298D6A8E-3CF6-4833-AC47-5981E778E11E}" type="parTrans" cxnId="{DEAE5F93-236B-4A50-AF54-C1F66B40AA64}">
      <dgm:prSet/>
      <dgm:spPr/>
      <dgm:t>
        <a:bodyPr/>
        <a:lstStyle/>
        <a:p>
          <a:endParaRPr lang="en-US"/>
        </a:p>
      </dgm:t>
    </dgm:pt>
    <dgm:pt modelId="{0AA8E88D-2617-48E7-9796-5CDA54368259}" type="sibTrans" cxnId="{DEAE5F93-236B-4A50-AF54-C1F66B40AA64}">
      <dgm:prSet/>
      <dgm:spPr/>
      <dgm:t>
        <a:bodyPr/>
        <a:lstStyle/>
        <a:p>
          <a:endParaRPr lang="en-US"/>
        </a:p>
      </dgm:t>
    </dgm:pt>
    <dgm:pt modelId="{F20AD9A9-9D8F-48AC-815D-6725B31563E5}">
      <dgm:prSet/>
      <dgm:spPr/>
      <dgm:t>
        <a:bodyPr/>
        <a:lstStyle/>
        <a:p>
          <a:r>
            <a:rPr lang="en-US" b="0" i="0"/>
            <a:t>Latency-sensitive workloads</a:t>
          </a:r>
          <a:endParaRPr lang="en-US"/>
        </a:p>
      </dgm:t>
    </dgm:pt>
    <dgm:pt modelId="{E8CF3D6B-DD55-482D-91DD-B73B224B75E8}" type="parTrans" cxnId="{B1912E53-2887-4BA7-92D1-4C54255CC2DB}">
      <dgm:prSet/>
      <dgm:spPr/>
      <dgm:t>
        <a:bodyPr/>
        <a:lstStyle/>
        <a:p>
          <a:endParaRPr lang="en-US"/>
        </a:p>
      </dgm:t>
    </dgm:pt>
    <dgm:pt modelId="{75779D00-6B15-4A33-A1DE-0CAD9A75B823}" type="sibTrans" cxnId="{B1912E53-2887-4BA7-92D1-4C54255CC2DB}">
      <dgm:prSet/>
      <dgm:spPr/>
      <dgm:t>
        <a:bodyPr/>
        <a:lstStyle/>
        <a:p>
          <a:endParaRPr lang="en-US"/>
        </a:p>
      </dgm:t>
    </dgm:pt>
    <dgm:pt modelId="{153938B7-39B9-4012-B9A2-2ACB274FB855}">
      <dgm:prSet/>
      <dgm:spPr/>
      <dgm:t>
        <a:bodyPr/>
        <a:lstStyle/>
        <a:p>
          <a:r>
            <a:rPr lang="en-US" b="0" i="0"/>
            <a:t>Cost control for high-volume inference</a:t>
          </a:r>
          <a:endParaRPr lang="en-US"/>
        </a:p>
      </dgm:t>
    </dgm:pt>
    <dgm:pt modelId="{6F6BE137-4950-4921-AF33-899375D9D7B1}" type="parTrans" cxnId="{05E50211-7C79-41BA-90F8-552B1AD8006C}">
      <dgm:prSet/>
      <dgm:spPr/>
      <dgm:t>
        <a:bodyPr/>
        <a:lstStyle/>
        <a:p>
          <a:endParaRPr lang="en-US"/>
        </a:p>
      </dgm:t>
    </dgm:pt>
    <dgm:pt modelId="{D6B54115-47CF-47E9-A1AF-442B05FF26DE}" type="sibTrans" cxnId="{05E50211-7C79-41BA-90F8-552B1AD8006C}">
      <dgm:prSet/>
      <dgm:spPr/>
      <dgm:t>
        <a:bodyPr/>
        <a:lstStyle/>
        <a:p>
          <a:endParaRPr lang="en-US"/>
        </a:p>
      </dgm:t>
    </dgm:pt>
    <dgm:pt modelId="{72001C33-CB01-4933-AC21-CB1885965F10}">
      <dgm:prSet/>
      <dgm:spPr/>
      <dgm:t>
        <a:bodyPr/>
        <a:lstStyle/>
        <a:p>
          <a:r>
            <a:rPr lang="en-US" b="0" i="0"/>
            <a:t>Offline or edge scenarios</a:t>
          </a:r>
          <a:endParaRPr lang="en-US"/>
        </a:p>
      </dgm:t>
    </dgm:pt>
    <dgm:pt modelId="{D4341A0E-6CCD-405A-A772-792806EFE841}" type="parTrans" cxnId="{D685C619-1989-435E-98BA-6FCB874841D4}">
      <dgm:prSet/>
      <dgm:spPr/>
      <dgm:t>
        <a:bodyPr/>
        <a:lstStyle/>
        <a:p>
          <a:endParaRPr lang="en-US"/>
        </a:p>
      </dgm:t>
    </dgm:pt>
    <dgm:pt modelId="{809FA116-474E-44AD-AA2A-5961C3E62858}" type="sibTrans" cxnId="{D685C619-1989-435E-98BA-6FCB874841D4}">
      <dgm:prSet/>
      <dgm:spPr/>
      <dgm:t>
        <a:bodyPr/>
        <a:lstStyle/>
        <a:p>
          <a:endParaRPr lang="en-US"/>
        </a:p>
      </dgm:t>
    </dgm:pt>
    <dgm:pt modelId="{E68F6DEE-108B-44BA-AFAE-E214B88C21D5}">
      <dgm:prSet/>
      <dgm:spPr/>
      <dgm:t>
        <a:bodyPr/>
        <a:lstStyle/>
        <a:p>
          <a:r>
            <a:rPr lang="en-US" b="0" i="0"/>
            <a:t>Security and IP protection</a:t>
          </a:r>
          <a:endParaRPr lang="en-US"/>
        </a:p>
      </dgm:t>
    </dgm:pt>
    <dgm:pt modelId="{48BCA558-CF4C-4035-B963-7B0211371868}" type="parTrans" cxnId="{E4C0B813-216E-4989-B9D0-844ED415D337}">
      <dgm:prSet/>
      <dgm:spPr/>
      <dgm:t>
        <a:bodyPr/>
        <a:lstStyle/>
        <a:p>
          <a:endParaRPr lang="en-US"/>
        </a:p>
      </dgm:t>
    </dgm:pt>
    <dgm:pt modelId="{AEAF4D7B-CC6C-4639-912D-48B5238CA22F}" type="sibTrans" cxnId="{E4C0B813-216E-4989-B9D0-844ED415D337}">
      <dgm:prSet/>
      <dgm:spPr/>
      <dgm:t>
        <a:bodyPr/>
        <a:lstStyle/>
        <a:p>
          <a:endParaRPr lang="en-US"/>
        </a:p>
      </dgm:t>
    </dgm:pt>
    <dgm:pt modelId="{DF6157EE-93A6-4946-A7B4-BC2BD534B1BC}" type="pres">
      <dgm:prSet presAssocID="{A3C6EB1E-3D0C-4CB5-8176-0E3FC6FF3304}" presName="linear" presStyleCnt="0">
        <dgm:presLayoutVars>
          <dgm:animLvl val="lvl"/>
          <dgm:resizeHandles val="exact"/>
        </dgm:presLayoutVars>
      </dgm:prSet>
      <dgm:spPr/>
    </dgm:pt>
    <dgm:pt modelId="{A6D68A2E-90E8-9947-90D1-7D91E82DAD67}" type="pres">
      <dgm:prSet presAssocID="{E7F160FA-FBD6-4A61-90F9-ED28677F69B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6FE8BF8-73D3-3848-93EB-DA3425171C57}" type="pres">
      <dgm:prSet presAssocID="{0AA8E88D-2617-48E7-9796-5CDA54368259}" presName="spacer" presStyleCnt="0"/>
      <dgm:spPr/>
    </dgm:pt>
    <dgm:pt modelId="{00F8B823-BF08-B543-A45F-3A61B8A39A85}" type="pres">
      <dgm:prSet presAssocID="{F20AD9A9-9D8F-48AC-815D-6725B31563E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D584E1-415A-1C47-95F4-8A14C3D2F5DC}" type="pres">
      <dgm:prSet presAssocID="{75779D00-6B15-4A33-A1DE-0CAD9A75B823}" presName="spacer" presStyleCnt="0"/>
      <dgm:spPr/>
    </dgm:pt>
    <dgm:pt modelId="{C3005750-42F9-4448-91CB-0D2C4BA34EC1}" type="pres">
      <dgm:prSet presAssocID="{153938B7-39B9-4012-B9A2-2ACB274FB85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5A92A8-0667-7244-87FD-CDE912E44D60}" type="pres">
      <dgm:prSet presAssocID="{D6B54115-47CF-47E9-A1AF-442B05FF26DE}" presName="spacer" presStyleCnt="0"/>
      <dgm:spPr/>
    </dgm:pt>
    <dgm:pt modelId="{2B4E670A-1DE9-2949-9623-8CC4668C3268}" type="pres">
      <dgm:prSet presAssocID="{72001C33-CB01-4933-AC21-CB1885965F1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B6BA064-454A-084E-9224-89F955DC0523}" type="pres">
      <dgm:prSet presAssocID="{809FA116-474E-44AD-AA2A-5961C3E62858}" presName="spacer" presStyleCnt="0"/>
      <dgm:spPr/>
    </dgm:pt>
    <dgm:pt modelId="{3AC5DB67-0EB0-2D46-A66D-3326FB88EE0F}" type="pres">
      <dgm:prSet presAssocID="{E68F6DEE-108B-44BA-AFAE-E214B88C21D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5E50211-7C79-41BA-90F8-552B1AD8006C}" srcId="{A3C6EB1E-3D0C-4CB5-8176-0E3FC6FF3304}" destId="{153938B7-39B9-4012-B9A2-2ACB274FB855}" srcOrd="2" destOrd="0" parTransId="{6F6BE137-4950-4921-AF33-899375D9D7B1}" sibTransId="{D6B54115-47CF-47E9-A1AF-442B05FF26DE}"/>
    <dgm:cxn modelId="{E4C0B813-216E-4989-B9D0-844ED415D337}" srcId="{A3C6EB1E-3D0C-4CB5-8176-0E3FC6FF3304}" destId="{E68F6DEE-108B-44BA-AFAE-E214B88C21D5}" srcOrd="4" destOrd="0" parTransId="{48BCA558-CF4C-4035-B963-7B0211371868}" sibTransId="{AEAF4D7B-CC6C-4639-912D-48B5238CA22F}"/>
    <dgm:cxn modelId="{D685C619-1989-435E-98BA-6FCB874841D4}" srcId="{A3C6EB1E-3D0C-4CB5-8176-0E3FC6FF3304}" destId="{72001C33-CB01-4933-AC21-CB1885965F10}" srcOrd="3" destOrd="0" parTransId="{D4341A0E-6CCD-405A-A772-792806EFE841}" sibTransId="{809FA116-474E-44AD-AA2A-5961C3E62858}"/>
    <dgm:cxn modelId="{B1912E53-2887-4BA7-92D1-4C54255CC2DB}" srcId="{A3C6EB1E-3D0C-4CB5-8176-0E3FC6FF3304}" destId="{F20AD9A9-9D8F-48AC-815D-6725B31563E5}" srcOrd="1" destOrd="0" parTransId="{E8CF3D6B-DD55-482D-91DD-B73B224B75E8}" sibTransId="{75779D00-6B15-4A33-A1DE-0CAD9A75B823}"/>
    <dgm:cxn modelId="{E781015E-EFD8-E54F-8BE4-51E0D49B21E0}" type="presOf" srcId="{72001C33-CB01-4933-AC21-CB1885965F10}" destId="{2B4E670A-1DE9-2949-9623-8CC4668C3268}" srcOrd="0" destOrd="0" presId="urn:microsoft.com/office/officeart/2005/8/layout/vList2"/>
    <dgm:cxn modelId="{57046A7C-02C0-DB49-9EDB-31700B3C1D85}" type="presOf" srcId="{E7F160FA-FBD6-4A61-90F9-ED28677F69BA}" destId="{A6D68A2E-90E8-9947-90D1-7D91E82DAD67}" srcOrd="0" destOrd="0" presId="urn:microsoft.com/office/officeart/2005/8/layout/vList2"/>
    <dgm:cxn modelId="{DEAE5F93-236B-4A50-AF54-C1F66B40AA64}" srcId="{A3C6EB1E-3D0C-4CB5-8176-0E3FC6FF3304}" destId="{E7F160FA-FBD6-4A61-90F9-ED28677F69BA}" srcOrd="0" destOrd="0" parTransId="{298D6A8E-3CF6-4833-AC47-5981E778E11E}" sibTransId="{0AA8E88D-2617-48E7-9796-5CDA54368259}"/>
    <dgm:cxn modelId="{2EEE9BA0-D974-EE47-9925-11CCBB437CA7}" type="presOf" srcId="{A3C6EB1E-3D0C-4CB5-8176-0E3FC6FF3304}" destId="{DF6157EE-93A6-4946-A7B4-BC2BD534B1BC}" srcOrd="0" destOrd="0" presId="urn:microsoft.com/office/officeart/2005/8/layout/vList2"/>
    <dgm:cxn modelId="{173167AA-8F30-234B-9797-A133EDC17AF9}" type="presOf" srcId="{153938B7-39B9-4012-B9A2-2ACB274FB855}" destId="{C3005750-42F9-4448-91CB-0D2C4BA34EC1}" srcOrd="0" destOrd="0" presId="urn:microsoft.com/office/officeart/2005/8/layout/vList2"/>
    <dgm:cxn modelId="{53492ED2-87C1-DC4D-AC0D-5A6B2D66717F}" type="presOf" srcId="{E68F6DEE-108B-44BA-AFAE-E214B88C21D5}" destId="{3AC5DB67-0EB0-2D46-A66D-3326FB88EE0F}" srcOrd="0" destOrd="0" presId="urn:microsoft.com/office/officeart/2005/8/layout/vList2"/>
    <dgm:cxn modelId="{06C14DF3-CEAB-B64C-B450-999455F86999}" type="presOf" srcId="{F20AD9A9-9D8F-48AC-815D-6725B31563E5}" destId="{00F8B823-BF08-B543-A45F-3A61B8A39A85}" srcOrd="0" destOrd="0" presId="urn:microsoft.com/office/officeart/2005/8/layout/vList2"/>
    <dgm:cxn modelId="{DBAA32FF-7DD1-F347-B812-C50720358901}" type="presParOf" srcId="{DF6157EE-93A6-4946-A7B4-BC2BD534B1BC}" destId="{A6D68A2E-90E8-9947-90D1-7D91E82DAD67}" srcOrd="0" destOrd="0" presId="urn:microsoft.com/office/officeart/2005/8/layout/vList2"/>
    <dgm:cxn modelId="{C8842EE7-8F2C-0B42-AE6B-197FF76FF764}" type="presParOf" srcId="{DF6157EE-93A6-4946-A7B4-BC2BD534B1BC}" destId="{46FE8BF8-73D3-3848-93EB-DA3425171C57}" srcOrd="1" destOrd="0" presId="urn:microsoft.com/office/officeart/2005/8/layout/vList2"/>
    <dgm:cxn modelId="{8B40EFFC-EF71-6B47-8F71-E591B016138E}" type="presParOf" srcId="{DF6157EE-93A6-4946-A7B4-BC2BD534B1BC}" destId="{00F8B823-BF08-B543-A45F-3A61B8A39A85}" srcOrd="2" destOrd="0" presId="urn:microsoft.com/office/officeart/2005/8/layout/vList2"/>
    <dgm:cxn modelId="{FF171883-7424-A743-8748-7D3E77F03D8B}" type="presParOf" srcId="{DF6157EE-93A6-4946-A7B4-BC2BD534B1BC}" destId="{29D584E1-415A-1C47-95F4-8A14C3D2F5DC}" srcOrd="3" destOrd="0" presId="urn:microsoft.com/office/officeart/2005/8/layout/vList2"/>
    <dgm:cxn modelId="{F4741183-59C1-7B48-9320-E9D4DF1E31FD}" type="presParOf" srcId="{DF6157EE-93A6-4946-A7B4-BC2BD534B1BC}" destId="{C3005750-42F9-4448-91CB-0D2C4BA34EC1}" srcOrd="4" destOrd="0" presId="urn:microsoft.com/office/officeart/2005/8/layout/vList2"/>
    <dgm:cxn modelId="{A8C85660-0621-5344-AB2B-44C40BB9FAF3}" type="presParOf" srcId="{DF6157EE-93A6-4946-A7B4-BC2BD534B1BC}" destId="{7F5A92A8-0667-7244-87FD-CDE912E44D60}" srcOrd="5" destOrd="0" presId="urn:microsoft.com/office/officeart/2005/8/layout/vList2"/>
    <dgm:cxn modelId="{0CD42727-D642-AB4E-8FE9-25B4F991423E}" type="presParOf" srcId="{DF6157EE-93A6-4946-A7B4-BC2BD534B1BC}" destId="{2B4E670A-1DE9-2949-9623-8CC4668C3268}" srcOrd="6" destOrd="0" presId="urn:microsoft.com/office/officeart/2005/8/layout/vList2"/>
    <dgm:cxn modelId="{B3884CB0-6643-544A-AF0F-2A39DE7BA60C}" type="presParOf" srcId="{DF6157EE-93A6-4946-A7B4-BC2BD534B1BC}" destId="{7B6BA064-454A-084E-9224-89F955DC0523}" srcOrd="7" destOrd="0" presId="urn:microsoft.com/office/officeart/2005/8/layout/vList2"/>
    <dgm:cxn modelId="{E58C4CFC-918E-A642-8287-F86468C23175}" type="presParOf" srcId="{DF6157EE-93A6-4946-A7B4-BC2BD534B1BC}" destId="{3AC5DB67-0EB0-2D46-A66D-3326FB88EE0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2ABFBC-AC60-4B88-91AD-60107143B4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FB1440-73C3-4C75-A91F-27257BC6D847}">
      <dgm:prSet/>
      <dgm:spPr/>
      <dgm:t>
        <a:bodyPr/>
        <a:lstStyle/>
        <a:p>
          <a:r>
            <a:rPr lang="en-US" b="0" i="0"/>
            <a:t>A local deployment of AI Foundry capabilities</a:t>
          </a:r>
          <a:endParaRPr lang="en-US"/>
        </a:p>
      </dgm:t>
    </dgm:pt>
    <dgm:pt modelId="{5221DF13-0FED-4466-9571-E9456409995F}" type="parTrans" cxnId="{FFE9208A-715E-4C93-94A6-14FDFD6237E7}">
      <dgm:prSet/>
      <dgm:spPr/>
      <dgm:t>
        <a:bodyPr/>
        <a:lstStyle/>
        <a:p>
          <a:endParaRPr lang="en-US"/>
        </a:p>
      </dgm:t>
    </dgm:pt>
    <dgm:pt modelId="{FC04E310-1FD4-4126-B5BC-162E69271BC0}" type="sibTrans" cxnId="{FFE9208A-715E-4C93-94A6-14FDFD6237E7}">
      <dgm:prSet/>
      <dgm:spPr/>
      <dgm:t>
        <a:bodyPr/>
        <a:lstStyle/>
        <a:p>
          <a:endParaRPr lang="en-US"/>
        </a:p>
      </dgm:t>
    </dgm:pt>
    <dgm:pt modelId="{0AEB1F0B-4F64-48E2-8C92-F4A436796A57}">
      <dgm:prSet/>
      <dgm:spPr/>
      <dgm:t>
        <a:bodyPr/>
        <a:lstStyle/>
        <a:p>
          <a:r>
            <a:rPr lang="en-US" b="0" i="0"/>
            <a:t>Run models, tools, and workflows on your own infrastructure</a:t>
          </a:r>
          <a:endParaRPr lang="en-US"/>
        </a:p>
      </dgm:t>
    </dgm:pt>
    <dgm:pt modelId="{B2FD3AEB-6D46-4C7A-A5DE-0650E3A43EE1}" type="parTrans" cxnId="{D502828F-313A-409A-BB73-ED54D58AD533}">
      <dgm:prSet/>
      <dgm:spPr/>
      <dgm:t>
        <a:bodyPr/>
        <a:lstStyle/>
        <a:p>
          <a:endParaRPr lang="en-US"/>
        </a:p>
      </dgm:t>
    </dgm:pt>
    <dgm:pt modelId="{A1728F25-41A9-4B54-9864-DA06524CEE48}" type="sibTrans" cxnId="{D502828F-313A-409A-BB73-ED54D58AD533}">
      <dgm:prSet/>
      <dgm:spPr/>
      <dgm:t>
        <a:bodyPr/>
        <a:lstStyle/>
        <a:p>
          <a:endParaRPr lang="en-US"/>
        </a:p>
      </dgm:t>
    </dgm:pt>
    <dgm:pt modelId="{585555B6-04A9-446D-B4B1-C5F6A2B4FFF3}">
      <dgm:prSet/>
      <dgm:spPr/>
      <dgm:t>
        <a:bodyPr/>
        <a:lstStyle/>
        <a:p>
          <a:r>
            <a:rPr lang="en-US" b="0" i="0"/>
            <a:t>Consistent experience with cloud-based AI Foundry</a:t>
          </a:r>
          <a:endParaRPr lang="en-US"/>
        </a:p>
      </dgm:t>
    </dgm:pt>
    <dgm:pt modelId="{04294A43-BBA6-4F92-A8D6-1C6ED9070138}" type="parTrans" cxnId="{6FD23E50-1544-42F0-AB41-B4545B2B54D9}">
      <dgm:prSet/>
      <dgm:spPr/>
      <dgm:t>
        <a:bodyPr/>
        <a:lstStyle/>
        <a:p>
          <a:endParaRPr lang="en-US"/>
        </a:p>
      </dgm:t>
    </dgm:pt>
    <dgm:pt modelId="{6861B8CC-60C3-4E57-A5C3-AB24FF90982B}" type="sibTrans" cxnId="{6FD23E50-1544-42F0-AB41-B4545B2B54D9}">
      <dgm:prSet/>
      <dgm:spPr/>
      <dgm:t>
        <a:bodyPr/>
        <a:lstStyle/>
        <a:p>
          <a:endParaRPr lang="en-US"/>
        </a:p>
      </dgm:t>
    </dgm:pt>
    <dgm:pt modelId="{004EE9E7-74A5-4D40-B443-0D8FEB0F6147}">
      <dgm:prSet/>
      <dgm:spPr/>
      <dgm:t>
        <a:bodyPr/>
        <a:lstStyle/>
        <a:p>
          <a:r>
            <a:rPr lang="en-US" b="0" i="0"/>
            <a:t>Designed for enterprise and regulated environments</a:t>
          </a:r>
          <a:endParaRPr lang="en-US"/>
        </a:p>
      </dgm:t>
    </dgm:pt>
    <dgm:pt modelId="{01F82BB8-B32C-48DD-9EF8-B3C8565042FF}" type="parTrans" cxnId="{68CEA8A5-BAC0-4E90-BF0B-78DECB5CF1B2}">
      <dgm:prSet/>
      <dgm:spPr/>
      <dgm:t>
        <a:bodyPr/>
        <a:lstStyle/>
        <a:p>
          <a:endParaRPr lang="en-US"/>
        </a:p>
      </dgm:t>
    </dgm:pt>
    <dgm:pt modelId="{9332D4FC-1EE8-4CEC-9218-0A67F4C28DD9}" type="sibTrans" cxnId="{68CEA8A5-BAC0-4E90-BF0B-78DECB5CF1B2}">
      <dgm:prSet/>
      <dgm:spPr/>
      <dgm:t>
        <a:bodyPr/>
        <a:lstStyle/>
        <a:p>
          <a:endParaRPr lang="en-US"/>
        </a:p>
      </dgm:t>
    </dgm:pt>
    <dgm:pt modelId="{FB40FBC7-7B74-4FDA-B92C-4DEA71B9BD3B}" type="pres">
      <dgm:prSet presAssocID="{042ABFBC-AC60-4B88-91AD-60107143B4A0}" presName="root" presStyleCnt="0">
        <dgm:presLayoutVars>
          <dgm:dir/>
          <dgm:resizeHandles val="exact"/>
        </dgm:presLayoutVars>
      </dgm:prSet>
      <dgm:spPr/>
    </dgm:pt>
    <dgm:pt modelId="{7100EC98-CF7B-4F2C-90EC-85676749B36B}" type="pres">
      <dgm:prSet presAssocID="{49FB1440-73C3-4C75-A91F-27257BC6D847}" presName="compNode" presStyleCnt="0"/>
      <dgm:spPr/>
    </dgm:pt>
    <dgm:pt modelId="{7A81CFB8-15AD-4391-90F8-D02E5A11EA9D}" type="pres">
      <dgm:prSet presAssocID="{49FB1440-73C3-4C75-A91F-27257BC6D847}" presName="bgRect" presStyleLbl="bgShp" presStyleIdx="0" presStyleCnt="4"/>
      <dgm:spPr/>
    </dgm:pt>
    <dgm:pt modelId="{83FD7EA0-CEAF-4ED8-BE38-54A8557328B9}" type="pres">
      <dgm:prSet presAssocID="{49FB1440-73C3-4C75-A91F-27257BC6D8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432380-4C5D-47BD-9387-1EB271E7A2E1}" type="pres">
      <dgm:prSet presAssocID="{49FB1440-73C3-4C75-A91F-27257BC6D847}" presName="spaceRect" presStyleCnt="0"/>
      <dgm:spPr/>
    </dgm:pt>
    <dgm:pt modelId="{2E0D592C-2DCD-4A26-959E-03D66023A752}" type="pres">
      <dgm:prSet presAssocID="{49FB1440-73C3-4C75-A91F-27257BC6D847}" presName="parTx" presStyleLbl="revTx" presStyleIdx="0" presStyleCnt="4">
        <dgm:presLayoutVars>
          <dgm:chMax val="0"/>
          <dgm:chPref val="0"/>
        </dgm:presLayoutVars>
      </dgm:prSet>
      <dgm:spPr/>
    </dgm:pt>
    <dgm:pt modelId="{03A689C9-5DEC-4139-9BC5-77B8EE5DF3EB}" type="pres">
      <dgm:prSet presAssocID="{FC04E310-1FD4-4126-B5BC-162E69271BC0}" presName="sibTrans" presStyleCnt="0"/>
      <dgm:spPr/>
    </dgm:pt>
    <dgm:pt modelId="{349DDE34-9553-4C3B-95F5-50C6F44D82C7}" type="pres">
      <dgm:prSet presAssocID="{0AEB1F0B-4F64-48E2-8C92-F4A436796A57}" presName="compNode" presStyleCnt="0"/>
      <dgm:spPr/>
    </dgm:pt>
    <dgm:pt modelId="{D1F8BA1F-1D50-482B-9E7E-4913BE52F660}" type="pres">
      <dgm:prSet presAssocID="{0AEB1F0B-4F64-48E2-8C92-F4A436796A57}" presName="bgRect" presStyleLbl="bgShp" presStyleIdx="1" presStyleCnt="4"/>
      <dgm:spPr/>
    </dgm:pt>
    <dgm:pt modelId="{F38DDE5F-8517-4014-A489-2D70A6F29C44}" type="pres">
      <dgm:prSet presAssocID="{0AEB1F0B-4F64-48E2-8C92-F4A436796A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A8F6F8D-9570-4B57-8072-3B47BE74F09B}" type="pres">
      <dgm:prSet presAssocID="{0AEB1F0B-4F64-48E2-8C92-F4A436796A57}" presName="spaceRect" presStyleCnt="0"/>
      <dgm:spPr/>
    </dgm:pt>
    <dgm:pt modelId="{A52E3318-BC9E-4357-9030-E966C4573799}" type="pres">
      <dgm:prSet presAssocID="{0AEB1F0B-4F64-48E2-8C92-F4A436796A57}" presName="parTx" presStyleLbl="revTx" presStyleIdx="1" presStyleCnt="4">
        <dgm:presLayoutVars>
          <dgm:chMax val="0"/>
          <dgm:chPref val="0"/>
        </dgm:presLayoutVars>
      </dgm:prSet>
      <dgm:spPr/>
    </dgm:pt>
    <dgm:pt modelId="{270A94F2-B0C8-46B2-8412-DB05C3BE4E49}" type="pres">
      <dgm:prSet presAssocID="{A1728F25-41A9-4B54-9864-DA06524CEE48}" presName="sibTrans" presStyleCnt="0"/>
      <dgm:spPr/>
    </dgm:pt>
    <dgm:pt modelId="{A2C14835-597A-4AF8-9445-B3A0C56CF72D}" type="pres">
      <dgm:prSet presAssocID="{585555B6-04A9-446D-B4B1-C5F6A2B4FFF3}" presName="compNode" presStyleCnt="0"/>
      <dgm:spPr/>
    </dgm:pt>
    <dgm:pt modelId="{5E433EA9-0BCF-41D2-9BC5-2C424B8E1869}" type="pres">
      <dgm:prSet presAssocID="{585555B6-04A9-446D-B4B1-C5F6A2B4FFF3}" presName="bgRect" presStyleLbl="bgShp" presStyleIdx="2" presStyleCnt="4"/>
      <dgm:spPr/>
    </dgm:pt>
    <dgm:pt modelId="{5BC5AC72-9F7B-47F0-B6A8-4C2BBCF50A6A}" type="pres">
      <dgm:prSet presAssocID="{585555B6-04A9-446D-B4B1-C5F6A2B4FF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DF7283E-BFF6-4583-BA0D-0948AF494DDD}" type="pres">
      <dgm:prSet presAssocID="{585555B6-04A9-446D-B4B1-C5F6A2B4FFF3}" presName="spaceRect" presStyleCnt="0"/>
      <dgm:spPr/>
    </dgm:pt>
    <dgm:pt modelId="{115BCC59-595D-46B0-AFB1-CA24BF0703CF}" type="pres">
      <dgm:prSet presAssocID="{585555B6-04A9-446D-B4B1-C5F6A2B4FFF3}" presName="parTx" presStyleLbl="revTx" presStyleIdx="2" presStyleCnt="4">
        <dgm:presLayoutVars>
          <dgm:chMax val="0"/>
          <dgm:chPref val="0"/>
        </dgm:presLayoutVars>
      </dgm:prSet>
      <dgm:spPr/>
    </dgm:pt>
    <dgm:pt modelId="{AC377E53-CE75-4362-A181-507910B7CD8F}" type="pres">
      <dgm:prSet presAssocID="{6861B8CC-60C3-4E57-A5C3-AB24FF90982B}" presName="sibTrans" presStyleCnt="0"/>
      <dgm:spPr/>
    </dgm:pt>
    <dgm:pt modelId="{D5F2F7B8-5837-413A-BAD6-082DB9113569}" type="pres">
      <dgm:prSet presAssocID="{004EE9E7-74A5-4D40-B443-0D8FEB0F6147}" presName="compNode" presStyleCnt="0"/>
      <dgm:spPr/>
    </dgm:pt>
    <dgm:pt modelId="{A71A3B7A-C3B8-4142-9ECB-E850BBD06F1D}" type="pres">
      <dgm:prSet presAssocID="{004EE9E7-74A5-4D40-B443-0D8FEB0F6147}" presName="bgRect" presStyleLbl="bgShp" presStyleIdx="3" presStyleCnt="4"/>
      <dgm:spPr/>
    </dgm:pt>
    <dgm:pt modelId="{675F7EDD-4EF8-4A30-B29D-0502AC8EE618}" type="pres">
      <dgm:prSet presAssocID="{004EE9E7-74A5-4D40-B443-0D8FEB0F61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3B6885F-BB31-46AF-97E1-227644AC3723}" type="pres">
      <dgm:prSet presAssocID="{004EE9E7-74A5-4D40-B443-0D8FEB0F6147}" presName="spaceRect" presStyleCnt="0"/>
      <dgm:spPr/>
    </dgm:pt>
    <dgm:pt modelId="{21683443-D61C-4185-9EA7-74C67D4DAAD6}" type="pres">
      <dgm:prSet presAssocID="{004EE9E7-74A5-4D40-B443-0D8FEB0F614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DA3A34-1891-4B53-8174-4F43B9927A21}" type="presOf" srcId="{585555B6-04A9-446D-B4B1-C5F6A2B4FFF3}" destId="{115BCC59-595D-46B0-AFB1-CA24BF0703CF}" srcOrd="0" destOrd="0" presId="urn:microsoft.com/office/officeart/2018/2/layout/IconVerticalSolidList"/>
    <dgm:cxn modelId="{6FD23E50-1544-42F0-AB41-B4545B2B54D9}" srcId="{042ABFBC-AC60-4B88-91AD-60107143B4A0}" destId="{585555B6-04A9-446D-B4B1-C5F6A2B4FFF3}" srcOrd="2" destOrd="0" parTransId="{04294A43-BBA6-4F92-A8D6-1C6ED9070138}" sibTransId="{6861B8CC-60C3-4E57-A5C3-AB24FF90982B}"/>
    <dgm:cxn modelId="{FFE9208A-715E-4C93-94A6-14FDFD6237E7}" srcId="{042ABFBC-AC60-4B88-91AD-60107143B4A0}" destId="{49FB1440-73C3-4C75-A91F-27257BC6D847}" srcOrd="0" destOrd="0" parTransId="{5221DF13-0FED-4466-9571-E9456409995F}" sibTransId="{FC04E310-1FD4-4126-B5BC-162E69271BC0}"/>
    <dgm:cxn modelId="{71A9F18A-FABC-4579-BB39-D57D85886C98}" type="presOf" srcId="{042ABFBC-AC60-4B88-91AD-60107143B4A0}" destId="{FB40FBC7-7B74-4FDA-B92C-4DEA71B9BD3B}" srcOrd="0" destOrd="0" presId="urn:microsoft.com/office/officeart/2018/2/layout/IconVerticalSolidList"/>
    <dgm:cxn modelId="{D502828F-313A-409A-BB73-ED54D58AD533}" srcId="{042ABFBC-AC60-4B88-91AD-60107143B4A0}" destId="{0AEB1F0B-4F64-48E2-8C92-F4A436796A57}" srcOrd="1" destOrd="0" parTransId="{B2FD3AEB-6D46-4C7A-A5DE-0650E3A43EE1}" sibTransId="{A1728F25-41A9-4B54-9864-DA06524CEE48}"/>
    <dgm:cxn modelId="{68CEA8A5-BAC0-4E90-BF0B-78DECB5CF1B2}" srcId="{042ABFBC-AC60-4B88-91AD-60107143B4A0}" destId="{004EE9E7-74A5-4D40-B443-0D8FEB0F6147}" srcOrd="3" destOrd="0" parTransId="{01F82BB8-B32C-48DD-9EF8-B3C8565042FF}" sibTransId="{9332D4FC-1EE8-4CEC-9218-0A67F4C28DD9}"/>
    <dgm:cxn modelId="{6C5BEAA5-6991-4FFF-8644-9AB7DD9CB03B}" type="presOf" srcId="{49FB1440-73C3-4C75-A91F-27257BC6D847}" destId="{2E0D592C-2DCD-4A26-959E-03D66023A752}" srcOrd="0" destOrd="0" presId="urn:microsoft.com/office/officeart/2018/2/layout/IconVerticalSolidList"/>
    <dgm:cxn modelId="{EFA163AD-DD33-4BC3-B495-4DC04DB2165D}" type="presOf" srcId="{004EE9E7-74A5-4D40-B443-0D8FEB0F6147}" destId="{21683443-D61C-4185-9EA7-74C67D4DAAD6}" srcOrd="0" destOrd="0" presId="urn:microsoft.com/office/officeart/2018/2/layout/IconVerticalSolidList"/>
    <dgm:cxn modelId="{B997ADCE-7F55-4558-A8BF-A76C9A279A2D}" type="presOf" srcId="{0AEB1F0B-4F64-48E2-8C92-F4A436796A57}" destId="{A52E3318-BC9E-4357-9030-E966C4573799}" srcOrd="0" destOrd="0" presId="urn:microsoft.com/office/officeart/2018/2/layout/IconVerticalSolidList"/>
    <dgm:cxn modelId="{790531D4-8792-48D7-A67E-8A3BE7C58EFA}" type="presParOf" srcId="{FB40FBC7-7B74-4FDA-B92C-4DEA71B9BD3B}" destId="{7100EC98-CF7B-4F2C-90EC-85676749B36B}" srcOrd="0" destOrd="0" presId="urn:microsoft.com/office/officeart/2018/2/layout/IconVerticalSolidList"/>
    <dgm:cxn modelId="{48489173-8D4E-410D-A222-EDE47724A0C5}" type="presParOf" srcId="{7100EC98-CF7B-4F2C-90EC-85676749B36B}" destId="{7A81CFB8-15AD-4391-90F8-D02E5A11EA9D}" srcOrd="0" destOrd="0" presId="urn:microsoft.com/office/officeart/2018/2/layout/IconVerticalSolidList"/>
    <dgm:cxn modelId="{B4444799-D7A7-43E6-8DEC-867269E81C19}" type="presParOf" srcId="{7100EC98-CF7B-4F2C-90EC-85676749B36B}" destId="{83FD7EA0-CEAF-4ED8-BE38-54A8557328B9}" srcOrd="1" destOrd="0" presId="urn:microsoft.com/office/officeart/2018/2/layout/IconVerticalSolidList"/>
    <dgm:cxn modelId="{C5FDE17A-2FB4-465C-BFC7-CA6072266918}" type="presParOf" srcId="{7100EC98-CF7B-4F2C-90EC-85676749B36B}" destId="{84432380-4C5D-47BD-9387-1EB271E7A2E1}" srcOrd="2" destOrd="0" presId="urn:microsoft.com/office/officeart/2018/2/layout/IconVerticalSolidList"/>
    <dgm:cxn modelId="{E78267D0-BBF7-4016-A6CF-61277158E547}" type="presParOf" srcId="{7100EC98-CF7B-4F2C-90EC-85676749B36B}" destId="{2E0D592C-2DCD-4A26-959E-03D66023A752}" srcOrd="3" destOrd="0" presId="urn:microsoft.com/office/officeart/2018/2/layout/IconVerticalSolidList"/>
    <dgm:cxn modelId="{9F880533-1046-4E79-AA0C-228627800039}" type="presParOf" srcId="{FB40FBC7-7B74-4FDA-B92C-4DEA71B9BD3B}" destId="{03A689C9-5DEC-4139-9BC5-77B8EE5DF3EB}" srcOrd="1" destOrd="0" presId="urn:microsoft.com/office/officeart/2018/2/layout/IconVerticalSolidList"/>
    <dgm:cxn modelId="{E983448C-787F-4EDA-8ABF-4E69927B407E}" type="presParOf" srcId="{FB40FBC7-7B74-4FDA-B92C-4DEA71B9BD3B}" destId="{349DDE34-9553-4C3B-95F5-50C6F44D82C7}" srcOrd="2" destOrd="0" presId="urn:microsoft.com/office/officeart/2018/2/layout/IconVerticalSolidList"/>
    <dgm:cxn modelId="{375E7CF3-4F75-48C1-A099-34F1E0DAFD94}" type="presParOf" srcId="{349DDE34-9553-4C3B-95F5-50C6F44D82C7}" destId="{D1F8BA1F-1D50-482B-9E7E-4913BE52F660}" srcOrd="0" destOrd="0" presId="urn:microsoft.com/office/officeart/2018/2/layout/IconVerticalSolidList"/>
    <dgm:cxn modelId="{73F861D3-1A98-4622-A0BB-21C1F9CF5BFC}" type="presParOf" srcId="{349DDE34-9553-4C3B-95F5-50C6F44D82C7}" destId="{F38DDE5F-8517-4014-A489-2D70A6F29C44}" srcOrd="1" destOrd="0" presId="urn:microsoft.com/office/officeart/2018/2/layout/IconVerticalSolidList"/>
    <dgm:cxn modelId="{3655C904-F3CF-4D82-A2DC-240C2C777A8F}" type="presParOf" srcId="{349DDE34-9553-4C3B-95F5-50C6F44D82C7}" destId="{2A8F6F8D-9570-4B57-8072-3B47BE74F09B}" srcOrd="2" destOrd="0" presId="urn:microsoft.com/office/officeart/2018/2/layout/IconVerticalSolidList"/>
    <dgm:cxn modelId="{EE4440E5-6FE7-4863-B08E-BBAB7FFB8271}" type="presParOf" srcId="{349DDE34-9553-4C3B-95F5-50C6F44D82C7}" destId="{A52E3318-BC9E-4357-9030-E966C4573799}" srcOrd="3" destOrd="0" presId="urn:microsoft.com/office/officeart/2018/2/layout/IconVerticalSolidList"/>
    <dgm:cxn modelId="{AA8ABF63-2A60-4796-949B-08A7AEF5A8F0}" type="presParOf" srcId="{FB40FBC7-7B74-4FDA-B92C-4DEA71B9BD3B}" destId="{270A94F2-B0C8-46B2-8412-DB05C3BE4E49}" srcOrd="3" destOrd="0" presId="urn:microsoft.com/office/officeart/2018/2/layout/IconVerticalSolidList"/>
    <dgm:cxn modelId="{9AE3BA88-A633-4BE7-8F23-992079E42392}" type="presParOf" srcId="{FB40FBC7-7B74-4FDA-B92C-4DEA71B9BD3B}" destId="{A2C14835-597A-4AF8-9445-B3A0C56CF72D}" srcOrd="4" destOrd="0" presId="urn:microsoft.com/office/officeart/2018/2/layout/IconVerticalSolidList"/>
    <dgm:cxn modelId="{DADD00BC-0EAF-4E0C-9B5B-473467470A62}" type="presParOf" srcId="{A2C14835-597A-4AF8-9445-B3A0C56CF72D}" destId="{5E433EA9-0BCF-41D2-9BC5-2C424B8E1869}" srcOrd="0" destOrd="0" presId="urn:microsoft.com/office/officeart/2018/2/layout/IconVerticalSolidList"/>
    <dgm:cxn modelId="{8009D176-8B3D-49F7-98DC-1BF61CADA049}" type="presParOf" srcId="{A2C14835-597A-4AF8-9445-B3A0C56CF72D}" destId="{5BC5AC72-9F7B-47F0-B6A8-4C2BBCF50A6A}" srcOrd="1" destOrd="0" presId="urn:microsoft.com/office/officeart/2018/2/layout/IconVerticalSolidList"/>
    <dgm:cxn modelId="{81F8E7D5-2BA1-49B3-B3E9-091D4140F698}" type="presParOf" srcId="{A2C14835-597A-4AF8-9445-B3A0C56CF72D}" destId="{3DF7283E-BFF6-4583-BA0D-0948AF494DDD}" srcOrd="2" destOrd="0" presId="urn:microsoft.com/office/officeart/2018/2/layout/IconVerticalSolidList"/>
    <dgm:cxn modelId="{4AFDDDC9-0C31-49DE-9C4D-D7F3F1849B84}" type="presParOf" srcId="{A2C14835-597A-4AF8-9445-B3A0C56CF72D}" destId="{115BCC59-595D-46B0-AFB1-CA24BF0703CF}" srcOrd="3" destOrd="0" presId="urn:microsoft.com/office/officeart/2018/2/layout/IconVerticalSolidList"/>
    <dgm:cxn modelId="{6B59E310-41B7-4167-A07A-0A2ACA196ADF}" type="presParOf" srcId="{FB40FBC7-7B74-4FDA-B92C-4DEA71B9BD3B}" destId="{AC377E53-CE75-4362-A181-507910B7CD8F}" srcOrd="5" destOrd="0" presId="urn:microsoft.com/office/officeart/2018/2/layout/IconVerticalSolidList"/>
    <dgm:cxn modelId="{93A455ED-0061-4517-B718-C14E0871D0E1}" type="presParOf" srcId="{FB40FBC7-7B74-4FDA-B92C-4DEA71B9BD3B}" destId="{D5F2F7B8-5837-413A-BAD6-082DB9113569}" srcOrd="6" destOrd="0" presId="urn:microsoft.com/office/officeart/2018/2/layout/IconVerticalSolidList"/>
    <dgm:cxn modelId="{711F3DF4-2131-4264-83EE-ACD2FA50BC8A}" type="presParOf" srcId="{D5F2F7B8-5837-413A-BAD6-082DB9113569}" destId="{A71A3B7A-C3B8-4142-9ECB-E850BBD06F1D}" srcOrd="0" destOrd="0" presId="urn:microsoft.com/office/officeart/2018/2/layout/IconVerticalSolidList"/>
    <dgm:cxn modelId="{B3BAAF05-FCD8-4883-ACE4-BB525A4D011F}" type="presParOf" srcId="{D5F2F7B8-5837-413A-BAD6-082DB9113569}" destId="{675F7EDD-4EF8-4A30-B29D-0502AC8EE618}" srcOrd="1" destOrd="0" presId="urn:microsoft.com/office/officeart/2018/2/layout/IconVerticalSolidList"/>
    <dgm:cxn modelId="{9FD230DA-751C-4CC4-85CF-3FCA79E81FB2}" type="presParOf" srcId="{D5F2F7B8-5837-413A-BAD6-082DB9113569}" destId="{93B6885F-BB31-46AF-97E1-227644AC3723}" srcOrd="2" destOrd="0" presId="urn:microsoft.com/office/officeart/2018/2/layout/IconVerticalSolidList"/>
    <dgm:cxn modelId="{AD05B60E-012E-42A9-90AE-FDABCA2C0A3A}" type="presParOf" srcId="{D5F2F7B8-5837-413A-BAD6-082DB9113569}" destId="{21683443-D61C-4185-9EA7-74C67D4DAA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5B9A7D-5B55-456B-B93E-3816212379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F0E661-1616-4AD9-9F44-4243D6F0E6BE}">
      <dgm:prSet/>
      <dgm:spPr/>
      <dgm:t>
        <a:bodyPr/>
        <a:lstStyle/>
        <a:p>
          <a:pPr>
            <a:defRPr cap="all"/>
          </a:pPr>
          <a:r>
            <a:rPr lang="en-US" b="0" i="0"/>
            <a:t>Model hosting and inference runtime</a:t>
          </a:r>
          <a:endParaRPr lang="en-US"/>
        </a:p>
      </dgm:t>
    </dgm:pt>
    <dgm:pt modelId="{64F3EEFA-5D74-48D5-B51F-221ACD3176E5}" type="parTrans" cxnId="{B78E8409-D102-4A94-8D6D-D85769B3A02E}">
      <dgm:prSet/>
      <dgm:spPr/>
      <dgm:t>
        <a:bodyPr/>
        <a:lstStyle/>
        <a:p>
          <a:endParaRPr lang="en-US"/>
        </a:p>
      </dgm:t>
    </dgm:pt>
    <dgm:pt modelId="{50A2AAC4-2CF0-46D6-8CD7-2568DF48C6AB}" type="sibTrans" cxnId="{B78E8409-D102-4A94-8D6D-D85769B3A02E}">
      <dgm:prSet/>
      <dgm:spPr/>
      <dgm:t>
        <a:bodyPr/>
        <a:lstStyle/>
        <a:p>
          <a:endParaRPr lang="en-US"/>
        </a:p>
      </dgm:t>
    </dgm:pt>
    <dgm:pt modelId="{E2C0617A-147C-4FDE-947D-AC809979B6C9}">
      <dgm:prSet/>
      <dgm:spPr/>
      <dgm:t>
        <a:bodyPr/>
        <a:lstStyle/>
        <a:p>
          <a:pPr>
            <a:defRPr cap="all"/>
          </a:pPr>
          <a:r>
            <a:rPr lang="en-US" b="0" i="0"/>
            <a:t>Prompt and workflow orchestration</a:t>
          </a:r>
          <a:endParaRPr lang="en-US"/>
        </a:p>
      </dgm:t>
    </dgm:pt>
    <dgm:pt modelId="{665DFAA1-29E5-4724-AEE3-9299C66D06FA}" type="parTrans" cxnId="{D986E544-C3AF-4054-8004-7DD9C5C6F530}">
      <dgm:prSet/>
      <dgm:spPr/>
      <dgm:t>
        <a:bodyPr/>
        <a:lstStyle/>
        <a:p>
          <a:endParaRPr lang="en-US"/>
        </a:p>
      </dgm:t>
    </dgm:pt>
    <dgm:pt modelId="{7325D77D-CCE2-42A9-AD94-FA3043BB5F0F}" type="sibTrans" cxnId="{D986E544-C3AF-4054-8004-7DD9C5C6F530}">
      <dgm:prSet/>
      <dgm:spPr/>
      <dgm:t>
        <a:bodyPr/>
        <a:lstStyle/>
        <a:p>
          <a:endParaRPr lang="en-US"/>
        </a:p>
      </dgm:t>
    </dgm:pt>
    <dgm:pt modelId="{433A8666-6882-4EE5-9DC2-88D17F13D9E1}">
      <dgm:prSet/>
      <dgm:spPr/>
      <dgm:t>
        <a:bodyPr/>
        <a:lstStyle/>
        <a:p>
          <a:pPr>
            <a:defRPr cap="all"/>
          </a:pPr>
          <a:r>
            <a:rPr lang="en-US" b="0" i="0"/>
            <a:t>Evaluation and monitoring</a:t>
          </a:r>
          <a:endParaRPr lang="en-US"/>
        </a:p>
      </dgm:t>
    </dgm:pt>
    <dgm:pt modelId="{0B824C72-0F15-469B-948E-4D6D496C095F}" type="parTrans" cxnId="{2B5D5B2D-C836-4517-96D0-46008FDD5F9D}">
      <dgm:prSet/>
      <dgm:spPr/>
      <dgm:t>
        <a:bodyPr/>
        <a:lstStyle/>
        <a:p>
          <a:endParaRPr lang="en-US"/>
        </a:p>
      </dgm:t>
    </dgm:pt>
    <dgm:pt modelId="{8AD10EE8-CF65-4D79-AB10-B4A923BA7C84}" type="sibTrans" cxnId="{2B5D5B2D-C836-4517-96D0-46008FDD5F9D}">
      <dgm:prSet/>
      <dgm:spPr/>
      <dgm:t>
        <a:bodyPr/>
        <a:lstStyle/>
        <a:p>
          <a:endParaRPr lang="en-US"/>
        </a:p>
      </dgm:t>
    </dgm:pt>
    <dgm:pt modelId="{4239491C-FBA2-4261-B6CF-A8B0E9CE5629}">
      <dgm:prSet/>
      <dgm:spPr/>
      <dgm:t>
        <a:bodyPr/>
        <a:lstStyle/>
        <a:p>
          <a:pPr>
            <a:defRPr cap="all"/>
          </a:pPr>
          <a:r>
            <a:rPr lang="en-US" b="0" i="0"/>
            <a:t>Security and access controls</a:t>
          </a:r>
          <a:endParaRPr lang="en-US"/>
        </a:p>
      </dgm:t>
    </dgm:pt>
    <dgm:pt modelId="{9016DDCD-0054-49AC-B06F-E55D1AD31A3A}" type="parTrans" cxnId="{FF9D09AD-57E6-4258-86AE-3C23E2D412FC}">
      <dgm:prSet/>
      <dgm:spPr/>
      <dgm:t>
        <a:bodyPr/>
        <a:lstStyle/>
        <a:p>
          <a:endParaRPr lang="en-US"/>
        </a:p>
      </dgm:t>
    </dgm:pt>
    <dgm:pt modelId="{0D1F702D-0501-4845-8EA4-D5DD29553535}" type="sibTrans" cxnId="{FF9D09AD-57E6-4258-86AE-3C23E2D412FC}">
      <dgm:prSet/>
      <dgm:spPr/>
      <dgm:t>
        <a:bodyPr/>
        <a:lstStyle/>
        <a:p>
          <a:endParaRPr lang="en-US"/>
        </a:p>
      </dgm:t>
    </dgm:pt>
    <dgm:pt modelId="{54D09132-9DD0-446D-A2AE-4983BFCE46C9}">
      <dgm:prSet/>
      <dgm:spPr/>
      <dgm:t>
        <a:bodyPr/>
        <a:lstStyle/>
        <a:p>
          <a:pPr>
            <a:defRPr cap="all"/>
          </a:pPr>
          <a:r>
            <a:rPr lang="en-US" b="0" i="0"/>
            <a:t>Integration with existing apps and data</a:t>
          </a:r>
          <a:endParaRPr lang="en-US"/>
        </a:p>
      </dgm:t>
    </dgm:pt>
    <dgm:pt modelId="{25B95628-3193-4C21-AE94-5A32E52F87AE}" type="parTrans" cxnId="{0C5E4D6A-86EC-4E2B-B886-C18BA7FD7CDD}">
      <dgm:prSet/>
      <dgm:spPr/>
      <dgm:t>
        <a:bodyPr/>
        <a:lstStyle/>
        <a:p>
          <a:endParaRPr lang="en-US"/>
        </a:p>
      </dgm:t>
    </dgm:pt>
    <dgm:pt modelId="{D3036B3F-4093-4FE1-B4DB-C3DB1863C87C}" type="sibTrans" cxnId="{0C5E4D6A-86EC-4E2B-B886-C18BA7FD7CDD}">
      <dgm:prSet/>
      <dgm:spPr/>
      <dgm:t>
        <a:bodyPr/>
        <a:lstStyle/>
        <a:p>
          <a:endParaRPr lang="en-US"/>
        </a:p>
      </dgm:t>
    </dgm:pt>
    <dgm:pt modelId="{20AB4803-D3A2-414C-8690-28142DC981C7}" type="pres">
      <dgm:prSet presAssocID="{325B9A7D-5B55-456B-B93E-3816212379D5}" presName="root" presStyleCnt="0">
        <dgm:presLayoutVars>
          <dgm:dir/>
          <dgm:resizeHandles val="exact"/>
        </dgm:presLayoutVars>
      </dgm:prSet>
      <dgm:spPr/>
    </dgm:pt>
    <dgm:pt modelId="{53FB079D-8506-486D-B0B9-C31F4E8D5461}" type="pres">
      <dgm:prSet presAssocID="{1AF0E661-1616-4AD9-9F44-4243D6F0E6BE}" presName="compNode" presStyleCnt="0"/>
      <dgm:spPr/>
    </dgm:pt>
    <dgm:pt modelId="{455BB61E-3CB4-4584-8D81-DCA772267CDC}" type="pres">
      <dgm:prSet presAssocID="{1AF0E661-1616-4AD9-9F44-4243D6F0E6B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224D8DB-DD29-4142-A359-CC51EEFD582F}" type="pres">
      <dgm:prSet presAssocID="{1AF0E661-1616-4AD9-9F44-4243D6F0E6B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4559523-16B2-4739-9896-5B994DE960B0}" type="pres">
      <dgm:prSet presAssocID="{1AF0E661-1616-4AD9-9F44-4243D6F0E6BE}" presName="spaceRect" presStyleCnt="0"/>
      <dgm:spPr/>
    </dgm:pt>
    <dgm:pt modelId="{65C1435C-A45F-4523-AF84-705FFE224C47}" type="pres">
      <dgm:prSet presAssocID="{1AF0E661-1616-4AD9-9F44-4243D6F0E6BE}" presName="textRect" presStyleLbl="revTx" presStyleIdx="0" presStyleCnt="5">
        <dgm:presLayoutVars>
          <dgm:chMax val="1"/>
          <dgm:chPref val="1"/>
        </dgm:presLayoutVars>
      </dgm:prSet>
      <dgm:spPr/>
    </dgm:pt>
    <dgm:pt modelId="{6EE55642-8122-4FD2-967C-21FF2B64ADE4}" type="pres">
      <dgm:prSet presAssocID="{50A2AAC4-2CF0-46D6-8CD7-2568DF48C6AB}" presName="sibTrans" presStyleCnt="0"/>
      <dgm:spPr/>
    </dgm:pt>
    <dgm:pt modelId="{55CDFC77-1F52-4E0C-887E-023104E30C29}" type="pres">
      <dgm:prSet presAssocID="{E2C0617A-147C-4FDE-947D-AC809979B6C9}" presName="compNode" presStyleCnt="0"/>
      <dgm:spPr/>
    </dgm:pt>
    <dgm:pt modelId="{6F003884-BE07-4C7C-8084-56DBEE876B34}" type="pres">
      <dgm:prSet presAssocID="{E2C0617A-147C-4FDE-947D-AC809979B6C9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E875913-35EF-4923-AA83-4B8F5095FD9A}" type="pres">
      <dgm:prSet presAssocID="{E2C0617A-147C-4FDE-947D-AC809979B6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5839725-ECC2-4D20-8B7D-C4A3C5177FF3}" type="pres">
      <dgm:prSet presAssocID="{E2C0617A-147C-4FDE-947D-AC809979B6C9}" presName="spaceRect" presStyleCnt="0"/>
      <dgm:spPr/>
    </dgm:pt>
    <dgm:pt modelId="{73FB9525-64D1-4B3E-B9B8-0028C8DAA62C}" type="pres">
      <dgm:prSet presAssocID="{E2C0617A-147C-4FDE-947D-AC809979B6C9}" presName="textRect" presStyleLbl="revTx" presStyleIdx="1" presStyleCnt="5">
        <dgm:presLayoutVars>
          <dgm:chMax val="1"/>
          <dgm:chPref val="1"/>
        </dgm:presLayoutVars>
      </dgm:prSet>
      <dgm:spPr/>
    </dgm:pt>
    <dgm:pt modelId="{9E944763-98EA-4AED-B5F6-39F8AC75206D}" type="pres">
      <dgm:prSet presAssocID="{7325D77D-CCE2-42A9-AD94-FA3043BB5F0F}" presName="sibTrans" presStyleCnt="0"/>
      <dgm:spPr/>
    </dgm:pt>
    <dgm:pt modelId="{4516490E-B8E5-4F3A-9C59-372821F9C662}" type="pres">
      <dgm:prSet presAssocID="{433A8666-6882-4EE5-9DC2-88D17F13D9E1}" presName="compNode" presStyleCnt="0"/>
      <dgm:spPr/>
    </dgm:pt>
    <dgm:pt modelId="{EEA0115F-46B4-414E-8242-A76593F7E4E0}" type="pres">
      <dgm:prSet presAssocID="{433A8666-6882-4EE5-9DC2-88D17F13D9E1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E105044-F26F-4940-BC5A-83C1AB04D600}" type="pres">
      <dgm:prSet presAssocID="{433A8666-6882-4EE5-9DC2-88D17F13D9E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5499D92-1A10-4A67-8990-0C7F6E94A674}" type="pres">
      <dgm:prSet presAssocID="{433A8666-6882-4EE5-9DC2-88D17F13D9E1}" presName="spaceRect" presStyleCnt="0"/>
      <dgm:spPr/>
    </dgm:pt>
    <dgm:pt modelId="{904F83CC-23E4-4E1A-9D80-95D7B3DDAD64}" type="pres">
      <dgm:prSet presAssocID="{433A8666-6882-4EE5-9DC2-88D17F13D9E1}" presName="textRect" presStyleLbl="revTx" presStyleIdx="2" presStyleCnt="5">
        <dgm:presLayoutVars>
          <dgm:chMax val="1"/>
          <dgm:chPref val="1"/>
        </dgm:presLayoutVars>
      </dgm:prSet>
      <dgm:spPr/>
    </dgm:pt>
    <dgm:pt modelId="{7F4C297C-AF98-494F-989A-3FA845BB4C88}" type="pres">
      <dgm:prSet presAssocID="{8AD10EE8-CF65-4D79-AB10-B4A923BA7C84}" presName="sibTrans" presStyleCnt="0"/>
      <dgm:spPr/>
    </dgm:pt>
    <dgm:pt modelId="{94250568-C040-468F-8995-D9BBF7CE4398}" type="pres">
      <dgm:prSet presAssocID="{4239491C-FBA2-4261-B6CF-A8B0E9CE5629}" presName="compNode" presStyleCnt="0"/>
      <dgm:spPr/>
    </dgm:pt>
    <dgm:pt modelId="{B9FFB4E0-E5F5-4910-8B7A-D6731734D38C}" type="pres">
      <dgm:prSet presAssocID="{4239491C-FBA2-4261-B6CF-A8B0E9CE562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647804F-EC2D-473B-8AD7-6030C6CFC9D2}" type="pres">
      <dgm:prSet presAssocID="{4239491C-FBA2-4261-B6CF-A8B0E9CE562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3200BB8-0118-4BD5-9C0C-49927662CF8C}" type="pres">
      <dgm:prSet presAssocID="{4239491C-FBA2-4261-B6CF-A8B0E9CE5629}" presName="spaceRect" presStyleCnt="0"/>
      <dgm:spPr/>
    </dgm:pt>
    <dgm:pt modelId="{1C27A1F6-6B4A-4CD7-9E1F-72DA70F76E8C}" type="pres">
      <dgm:prSet presAssocID="{4239491C-FBA2-4261-B6CF-A8B0E9CE5629}" presName="textRect" presStyleLbl="revTx" presStyleIdx="3" presStyleCnt="5">
        <dgm:presLayoutVars>
          <dgm:chMax val="1"/>
          <dgm:chPref val="1"/>
        </dgm:presLayoutVars>
      </dgm:prSet>
      <dgm:spPr/>
    </dgm:pt>
    <dgm:pt modelId="{F40AE2BA-02F4-4D8E-BDCF-A5382FA8CB43}" type="pres">
      <dgm:prSet presAssocID="{0D1F702D-0501-4845-8EA4-D5DD29553535}" presName="sibTrans" presStyleCnt="0"/>
      <dgm:spPr/>
    </dgm:pt>
    <dgm:pt modelId="{E41118AE-0B24-475D-9860-4B210B5FE673}" type="pres">
      <dgm:prSet presAssocID="{54D09132-9DD0-446D-A2AE-4983BFCE46C9}" presName="compNode" presStyleCnt="0"/>
      <dgm:spPr/>
    </dgm:pt>
    <dgm:pt modelId="{2D78B7D0-BB65-4F3B-9D39-F4E5655BE9EB}" type="pres">
      <dgm:prSet presAssocID="{54D09132-9DD0-446D-A2AE-4983BFCE46C9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8730DA2-E011-4FF6-A8CB-63C06A904E9C}" type="pres">
      <dgm:prSet presAssocID="{54D09132-9DD0-446D-A2AE-4983BFCE46C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F26A6A-1B1E-466E-878B-1709D40647B4}" type="pres">
      <dgm:prSet presAssocID="{54D09132-9DD0-446D-A2AE-4983BFCE46C9}" presName="spaceRect" presStyleCnt="0"/>
      <dgm:spPr/>
    </dgm:pt>
    <dgm:pt modelId="{F59D4B52-08AC-4B5C-BD4E-2B333B74A17A}" type="pres">
      <dgm:prSet presAssocID="{54D09132-9DD0-446D-A2AE-4983BFCE46C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78E8409-D102-4A94-8D6D-D85769B3A02E}" srcId="{325B9A7D-5B55-456B-B93E-3816212379D5}" destId="{1AF0E661-1616-4AD9-9F44-4243D6F0E6BE}" srcOrd="0" destOrd="0" parTransId="{64F3EEFA-5D74-48D5-B51F-221ACD3176E5}" sibTransId="{50A2AAC4-2CF0-46D6-8CD7-2568DF48C6AB}"/>
    <dgm:cxn modelId="{2B5D5B2D-C836-4517-96D0-46008FDD5F9D}" srcId="{325B9A7D-5B55-456B-B93E-3816212379D5}" destId="{433A8666-6882-4EE5-9DC2-88D17F13D9E1}" srcOrd="2" destOrd="0" parTransId="{0B824C72-0F15-469B-948E-4D6D496C095F}" sibTransId="{8AD10EE8-CF65-4D79-AB10-B4A923BA7C84}"/>
    <dgm:cxn modelId="{E2FC0935-0814-4E16-8719-D63B01B5E31C}" type="presOf" srcId="{433A8666-6882-4EE5-9DC2-88D17F13D9E1}" destId="{904F83CC-23E4-4E1A-9D80-95D7B3DDAD64}" srcOrd="0" destOrd="0" presId="urn:microsoft.com/office/officeart/2018/5/layout/IconLeafLabelList"/>
    <dgm:cxn modelId="{D986E544-C3AF-4054-8004-7DD9C5C6F530}" srcId="{325B9A7D-5B55-456B-B93E-3816212379D5}" destId="{E2C0617A-147C-4FDE-947D-AC809979B6C9}" srcOrd="1" destOrd="0" parTransId="{665DFAA1-29E5-4724-AEE3-9299C66D06FA}" sibTransId="{7325D77D-CCE2-42A9-AD94-FA3043BB5F0F}"/>
    <dgm:cxn modelId="{0C5E4D6A-86EC-4E2B-B886-C18BA7FD7CDD}" srcId="{325B9A7D-5B55-456B-B93E-3816212379D5}" destId="{54D09132-9DD0-446D-A2AE-4983BFCE46C9}" srcOrd="4" destOrd="0" parTransId="{25B95628-3193-4C21-AE94-5A32E52F87AE}" sibTransId="{D3036B3F-4093-4FE1-B4DB-C3DB1863C87C}"/>
    <dgm:cxn modelId="{32F01F7E-9E11-412A-84A3-60F9FBCA4C9D}" type="presOf" srcId="{325B9A7D-5B55-456B-B93E-3816212379D5}" destId="{20AB4803-D3A2-414C-8690-28142DC981C7}" srcOrd="0" destOrd="0" presId="urn:microsoft.com/office/officeart/2018/5/layout/IconLeafLabelList"/>
    <dgm:cxn modelId="{BA2BF081-0963-4C7E-8283-BABBDEE9E44B}" type="presOf" srcId="{1AF0E661-1616-4AD9-9F44-4243D6F0E6BE}" destId="{65C1435C-A45F-4523-AF84-705FFE224C47}" srcOrd="0" destOrd="0" presId="urn:microsoft.com/office/officeart/2018/5/layout/IconLeafLabelList"/>
    <dgm:cxn modelId="{898E258C-5979-40CB-8DA4-66522D9400C9}" type="presOf" srcId="{4239491C-FBA2-4261-B6CF-A8B0E9CE5629}" destId="{1C27A1F6-6B4A-4CD7-9E1F-72DA70F76E8C}" srcOrd="0" destOrd="0" presId="urn:microsoft.com/office/officeart/2018/5/layout/IconLeafLabelList"/>
    <dgm:cxn modelId="{31AB60A4-DABE-44E9-9040-F3B99C89B770}" type="presOf" srcId="{54D09132-9DD0-446D-A2AE-4983BFCE46C9}" destId="{F59D4B52-08AC-4B5C-BD4E-2B333B74A17A}" srcOrd="0" destOrd="0" presId="urn:microsoft.com/office/officeart/2018/5/layout/IconLeafLabelList"/>
    <dgm:cxn modelId="{FF9D09AD-57E6-4258-86AE-3C23E2D412FC}" srcId="{325B9A7D-5B55-456B-B93E-3816212379D5}" destId="{4239491C-FBA2-4261-B6CF-A8B0E9CE5629}" srcOrd="3" destOrd="0" parTransId="{9016DDCD-0054-49AC-B06F-E55D1AD31A3A}" sibTransId="{0D1F702D-0501-4845-8EA4-D5DD29553535}"/>
    <dgm:cxn modelId="{859F5BFA-99A2-4DAA-9073-CC5D9FBCDD34}" type="presOf" srcId="{E2C0617A-147C-4FDE-947D-AC809979B6C9}" destId="{73FB9525-64D1-4B3E-B9B8-0028C8DAA62C}" srcOrd="0" destOrd="0" presId="urn:microsoft.com/office/officeart/2018/5/layout/IconLeafLabelList"/>
    <dgm:cxn modelId="{69092ED7-5F14-4B70-AFA9-833157A7EF41}" type="presParOf" srcId="{20AB4803-D3A2-414C-8690-28142DC981C7}" destId="{53FB079D-8506-486D-B0B9-C31F4E8D5461}" srcOrd="0" destOrd="0" presId="urn:microsoft.com/office/officeart/2018/5/layout/IconLeafLabelList"/>
    <dgm:cxn modelId="{419C29B2-F35A-4163-A3FB-FA3BAB95B6C9}" type="presParOf" srcId="{53FB079D-8506-486D-B0B9-C31F4E8D5461}" destId="{455BB61E-3CB4-4584-8D81-DCA772267CDC}" srcOrd="0" destOrd="0" presId="urn:microsoft.com/office/officeart/2018/5/layout/IconLeafLabelList"/>
    <dgm:cxn modelId="{79E97C69-7D57-4D1F-B28D-D560EF622EA3}" type="presParOf" srcId="{53FB079D-8506-486D-B0B9-C31F4E8D5461}" destId="{C224D8DB-DD29-4142-A359-CC51EEFD582F}" srcOrd="1" destOrd="0" presId="urn:microsoft.com/office/officeart/2018/5/layout/IconLeafLabelList"/>
    <dgm:cxn modelId="{656204D1-4A70-4CE2-8FC7-DC5E30276DCB}" type="presParOf" srcId="{53FB079D-8506-486D-B0B9-C31F4E8D5461}" destId="{E4559523-16B2-4739-9896-5B994DE960B0}" srcOrd="2" destOrd="0" presId="urn:microsoft.com/office/officeart/2018/5/layout/IconLeafLabelList"/>
    <dgm:cxn modelId="{1F5148E7-873B-44D9-95AF-3D6A680A628D}" type="presParOf" srcId="{53FB079D-8506-486D-B0B9-C31F4E8D5461}" destId="{65C1435C-A45F-4523-AF84-705FFE224C47}" srcOrd="3" destOrd="0" presId="urn:microsoft.com/office/officeart/2018/5/layout/IconLeafLabelList"/>
    <dgm:cxn modelId="{6A1EAE5B-3E11-4E4F-AC6E-A18E19478F2A}" type="presParOf" srcId="{20AB4803-D3A2-414C-8690-28142DC981C7}" destId="{6EE55642-8122-4FD2-967C-21FF2B64ADE4}" srcOrd="1" destOrd="0" presId="urn:microsoft.com/office/officeart/2018/5/layout/IconLeafLabelList"/>
    <dgm:cxn modelId="{97B21B69-7C13-463E-B579-925AB0A297D2}" type="presParOf" srcId="{20AB4803-D3A2-414C-8690-28142DC981C7}" destId="{55CDFC77-1F52-4E0C-887E-023104E30C29}" srcOrd="2" destOrd="0" presId="urn:microsoft.com/office/officeart/2018/5/layout/IconLeafLabelList"/>
    <dgm:cxn modelId="{0029C7CF-C17F-4BF9-B815-A53BA489AB75}" type="presParOf" srcId="{55CDFC77-1F52-4E0C-887E-023104E30C29}" destId="{6F003884-BE07-4C7C-8084-56DBEE876B34}" srcOrd="0" destOrd="0" presId="urn:microsoft.com/office/officeart/2018/5/layout/IconLeafLabelList"/>
    <dgm:cxn modelId="{6CE08F7D-AF65-490C-8E6C-368F04526258}" type="presParOf" srcId="{55CDFC77-1F52-4E0C-887E-023104E30C29}" destId="{1E875913-35EF-4923-AA83-4B8F5095FD9A}" srcOrd="1" destOrd="0" presId="urn:microsoft.com/office/officeart/2018/5/layout/IconLeafLabelList"/>
    <dgm:cxn modelId="{5CDC2622-13AD-4A2D-99EF-FD86E6E2CD39}" type="presParOf" srcId="{55CDFC77-1F52-4E0C-887E-023104E30C29}" destId="{15839725-ECC2-4D20-8B7D-C4A3C5177FF3}" srcOrd="2" destOrd="0" presId="urn:microsoft.com/office/officeart/2018/5/layout/IconLeafLabelList"/>
    <dgm:cxn modelId="{4BA1B4CC-CE02-4C5E-963D-CD6E1F111994}" type="presParOf" srcId="{55CDFC77-1F52-4E0C-887E-023104E30C29}" destId="{73FB9525-64D1-4B3E-B9B8-0028C8DAA62C}" srcOrd="3" destOrd="0" presId="urn:microsoft.com/office/officeart/2018/5/layout/IconLeafLabelList"/>
    <dgm:cxn modelId="{7D5314C7-F74A-4091-B234-48229224E923}" type="presParOf" srcId="{20AB4803-D3A2-414C-8690-28142DC981C7}" destId="{9E944763-98EA-4AED-B5F6-39F8AC75206D}" srcOrd="3" destOrd="0" presId="urn:microsoft.com/office/officeart/2018/5/layout/IconLeafLabelList"/>
    <dgm:cxn modelId="{8861E89E-8020-449D-9C5B-53494CEFF2FF}" type="presParOf" srcId="{20AB4803-D3A2-414C-8690-28142DC981C7}" destId="{4516490E-B8E5-4F3A-9C59-372821F9C662}" srcOrd="4" destOrd="0" presId="urn:microsoft.com/office/officeart/2018/5/layout/IconLeafLabelList"/>
    <dgm:cxn modelId="{0B8BE8CD-CE0A-43A7-B743-887C83D6385D}" type="presParOf" srcId="{4516490E-B8E5-4F3A-9C59-372821F9C662}" destId="{EEA0115F-46B4-414E-8242-A76593F7E4E0}" srcOrd="0" destOrd="0" presId="urn:microsoft.com/office/officeart/2018/5/layout/IconLeafLabelList"/>
    <dgm:cxn modelId="{1B7B8E76-86A1-4D19-B4C5-7E91A18AB8D3}" type="presParOf" srcId="{4516490E-B8E5-4F3A-9C59-372821F9C662}" destId="{EE105044-F26F-4940-BC5A-83C1AB04D600}" srcOrd="1" destOrd="0" presId="urn:microsoft.com/office/officeart/2018/5/layout/IconLeafLabelList"/>
    <dgm:cxn modelId="{3923FBDA-84B3-472D-A117-9DF22DD1FDC6}" type="presParOf" srcId="{4516490E-B8E5-4F3A-9C59-372821F9C662}" destId="{45499D92-1A10-4A67-8990-0C7F6E94A674}" srcOrd="2" destOrd="0" presId="urn:microsoft.com/office/officeart/2018/5/layout/IconLeafLabelList"/>
    <dgm:cxn modelId="{B363272B-3759-4E2A-8815-0AF5207A5D61}" type="presParOf" srcId="{4516490E-B8E5-4F3A-9C59-372821F9C662}" destId="{904F83CC-23E4-4E1A-9D80-95D7B3DDAD64}" srcOrd="3" destOrd="0" presId="urn:microsoft.com/office/officeart/2018/5/layout/IconLeafLabelList"/>
    <dgm:cxn modelId="{AB1D5A49-913D-4698-966F-B4298EB4D771}" type="presParOf" srcId="{20AB4803-D3A2-414C-8690-28142DC981C7}" destId="{7F4C297C-AF98-494F-989A-3FA845BB4C88}" srcOrd="5" destOrd="0" presId="urn:microsoft.com/office/officeart/2018/5/layout/IconLeafLabelList"/>
    <dgm:cxn modelId="{69A4AF31-894E-4F06-98E2-ACF96C4EBD1B}" type="presParOf" srcId="{20AB4803-D3A2-414C-8690-28142DC981C7}" destId="{94250568-C040-468F-8995-D9BBF7CE4398}" srcOrd="6" destOrd="0" presId="urn:microsoft.com/office/officeart/2018/5/layout/IconLeafLabelList"/>
    <dgm:cxn modelId="{117C52D5-4237-480D-9EFA-B89F52F526EF}" type="presParOf" srcId="{94250568-C040-468F-8995-D9BBF7CE4398}" destId="{B9FFB4E0-E5F5-4910-8B7A-D6731734D38C}" srcOrd="0" destOrd="0" presId="urn:microsoft.com/office/officeart/2018/5/layout/IconLeafLabelList"/>
    <dgm:cxn modelId="{5391AD3F-8354-4570-A24F-998894F75E8C}" type="presParOf" srcId="{94250568-C040-468F-8995-D9BBF7CE4398}" destId="{7647804F-EC2D-473B-8AD7-6030C6CFC9D2}" srcOrd="1" destOrd="0" presId="urn:microsoft.com/office/officeart/2018/5/layout/IconLeafLabelList"/>
    <dgm:cxn modelId="{AA3D1B59-4207-4AAD-A2A0-F4BEB78E5554}" type="presParOf" srcId="{94250568-C040-468F-8995-D9BBF7CE4398}" destId="{D3200BB8-0118-4BD5-9C0C-49927662CF8C}" srcOrd="2" destOrd="0" presId="urn:microsoft.com/office/officeart/2018/5/layout/IconLeafLabelList"/>
    <dgm:cxn modelId="{EDA7B8BE-6F4A-497D-95CD-E246F5CC129B}" type="presParOf" srcId="{94250568-C040-468F-8995-D9BBF7CE4398}" destId="{1C27A1F6-6B4A-4CD7-9E1F-72DA70F76E8C}" srcOrd="3" destOrd="0" presId="urn:microsoft.com/office/officeart/2018/5/layout/IconLeafLabelList"/>
    <dgm:cxn modelId="{72647F98-09EE-4A17-805B-35E96D8E6FAC}" type="presParOf" srcId="{20AB4803-D3A2-414C-8690-28142DC981C7}" destId="{F40AE2BA-02F4-4D8E-BDCF-A5382FA8CB43}" srcOrd="7" destOrd="0" presId="urn:microsoft.com/office/officeart/2018/5/layout/IconLeafLabelList"/>
    <dgm:cxn modelId="{EAB5C2AB-0BCA-44B2-ABFE-2A2D2708DF26}" type="presParOf" srcId="{20AB4803-D3A2-414C-8690-28142DC981C7}" destId="{E41118AE-0B24-475D-9860-4B210B5FE673}" srcOrd="8" destOrd="0" presId="urn:microsoft.com/office/officeart/2018/5/layout/IconLeafLabelList"/>
    <dgm:cxn modelId="{9FC65FFA-4C8D-411D-A1E9-F484C5BE2F50}" type="presParOf" srcId="{E41118AE-0B24-475D-9860-4B210B5FE673}" destId="{2D78B7D0-BB65-4F3B-9D39-F4E5655BE9EB}" srcOrd="0" destOrd="0" presId="urn:microsoft.com/office/officeart/2018/5/layout/IconLeafLabelList"/>
    <dgm:cxn modelId="{7334909E-EF03-4060-8B9A-9A2ED21CCA2A}" type="presParOf" srcId="{E41118AE-0B24-475D-9860-4B210B5FE673}" destId="{08730DA2-E011-4FF6-A8CB-63C06A904E9C}" srcOrd="1" destOrd="0" presId="urn:microsoft.com/office/officeart/2018/5/layout/IconLeafLabelList"/>
    <dgm:cxn modelId="{650C59CD-C1AA-4F75-B12D-A997B88FFD7C}" type="presParOf" srcId="{E41118AE-0B24-475D-9860-4B210B5FE673}" destId="{FFF26A6A-1B1E-466E-878B-1709D40647B4}" srcOrd="2" destOrd="0" presId="urn:microsoft.com/office/officeart/2018/5/layout/IconLeafLabelList"/>
    <dgm:cxn modelId="{7DAECB30-B6C0-4985-86A2-B9C4FA7E8E2D}" type="presParOf" srcId="{E41118AE-0B24-475D-9860-4B210B5FE673}" destId="{F59D4B52-08AC-4B5C-BD4E-2B333B74A17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7C1343-3D32-4A87-B97B-6A7B3054FA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1ADFF1-72EB-4886-A29B-CA5518E85195}">
      <dgm:prSet/>
      <dgm:spPr/>
      <dgm:t>
        <a:bodyPr/>
        <a:lstStyle/>
        <a:p>
          <a:r>
            <a:rPr lang="en-US" b="0" i="0"/>
            <a:t>User request hits internal app</a:t>
          </a:r>
          <a:endParaRPr lang="en-US"/>
        </a:p>
      </dgm:t>
    </dgm:pt>
    <dgm:pt modelId="{B9B01E31-68F4-4F9E-A3C3-3D171C88BC36}" type="parTrans" cxnId="{8FAC847E-DEB0-4869-921F-C15B80B43640}">
      <dgm:prSet/>
      <dgm:spPr/>
      <dgm:t>
        <a:bodyPr/>
        <a:lstStyle/>
        <a:p>
          <a:endParaRPr lang="en-US"/>
        </a:p>
      </dgm:t>
    </dgm:pt>
    <dgm:pt modelId="{2CEA8AFD-8A9C-4992-B332-44E2D31134F2}" type="sibTrans" cxnId="{8FAC847E-DEB0-4869-921F-C15B80B43640}">
      <dgm:prSet/>
      <dgm:spPr/>
      <dgm:t>
        <a:bodyPr/>
        <a:lstStyle/>
        <a:p>
          <a:endParaRPr lang="en-US"/>
        </a:p>
      </dgm:t>
    </dgm:pt>
    <dgm:pt modelId="{B9550D1A-32FB-4FB3-9D65-EC6BC9675190}">
      <dgm:prSet/>
      <dgm:spPr/>
      <dgm:t>
        <a:bodyPr/>
        <a:lstStyle/>
        <a:p>
          <a:r>
            <a:rPr lang="en-US" b="0" i="0"/>
            <a:t>App calls AI Foundry Local API</a:t>
          </a:r>
          <a:endParaRPr lang="en-US"/>
        </a:p>
      </dgm:t>
    </dgm:pt>
    <dgm:pt modelId="{0CFE4010-3376-4D3B-A0F0-01ACF928803C}" type="parTrans" cxnId="{23C011F0-F1B0-4A48-8FBC-58822FE56C7B}">
      <dgm:prSet/>
      <dgm:spPr/>
      <dgm:t>
        <a:bodyPr/>
        <a:lstStyle/>
        <a:p>
          <a:endParaRPr lang="en-US"/>
        </a:p>
      </dgm:t>
    </dgm:pt>
    <dgm:pt modelId="{928CBB1C-48EF-45AC-9942-A743B7D742E6}" type="sibTrans" cxnId="{23C011F0-F1B0-4A48-8FBC-58822FE56C7B}">
      <dgm:prSet/>
      <dgm:spPr/>
      <dgm:t>
        <a:bodyPr/>
        <a:lstStyle/>
        <a:p>
          <a:endParaRPr lang="en-US"/>
        </a:p>
      </dgm:t>
    </dgm:pt>
    <dgm:pt modelId="{B28CB4E4-D023-41B3-8F79-767AA5784808}">
      <dgm:prSet/>
      <dgm:spPr/>
      <dgm:t>
        <a:bodyPr/>
        <a:lstStyle/>
        <a:p>
          <a:r>
            <a:rPr lang="en-US" b="0" i="0"/>
            <a:t>Model processes data locally</a:t>
          </a:r>
          <a:endParaRPr lang="en-US"/>
        </a:p>
      </dgm:t>
    </dgm:pt>
    <dgm:pt modelId="{5DBB0492-8746-44A2-BD0E-BDB5353B70FF}" type="parTrans" cxnId="{8C4470EF-FE81-4ABE-BB26-4C4CE77BB3F5}">
      <dgm:prSet/>
      <dgm:spPr/>
      <dgm:t>
        <a:bodyPr/>
        <a:lstStyle/>
        <a:p>
          <a:endParaRPr lang="en-US"/>
        </a:p>
      </dgm:t>
    </dgm:pt>
    <dgm:pt modelId="{763984A2-039A-4963-BAAF-43320C2668D7}" type="sibTrans" cxnId="{8C4470EF-FE81-4ABE-BB26-4C4CE77BB3F5}">
      <dgm:prSet/>
      <dgm:spPr/>
      <dgm:t>
        <a:bodyPr/>
        <a:lstStyle/>
        <a:p>
          <a:endParaRPr lang="en-US"/>
        </a:p>
      </dgm:t>
    </dgm:pt>
    <dgm:pt modelId="{31FEB3F8-2C6D-4B48-8750-A2C8F29B30DE}">
      <dgm:prSet/>
      <dgm:spPr/>
      <dgm:t>
        <a:bodyPr/>
        <a:lstStyle/>
        <a:p>
          <a:r>
            <a:rPr lang="en-US" b="0" i="0" dirty="0"/>
            <a:t>Response returned</a:t>
          </a:r>
          <a:endParaRPr lang="en-US" dirty="0"/>
        </a:p>
      </dgm:t>
    </dgm:pt>
    <dgm:pt modelId="{7D4EFE90-1ACE-4F55-B8CB-79F3DFBE7C0D}" type="parTrans" cxnId="{4C058A09-8807-46B1-9D01-DA11EEC9DC91}">
      <dgm:prSet/>
      <dgm:spPr/>
      <dgm:t>
        <a:bodyPr/>
        <a:lstStyle/>
        <a:p>
          <a:endParaRPr lang="en-US"/>
        </a:p>
      </dgm:t>
    </dgm:pt>
    <dgm:pt modelId="{AF3F1D79-8476-44D8-80F4-9CBFE7036008}" type="sibTrans" cxnId="{4C058A09-8807-46B1-9D01-DA11EEC9DC91}">
      <dgm:prSet/>
      <dgm:spPr/>
      <dgm:t>
        <a:bodyPr/>
        <a:lstStyle/>
        <a:p>
          <a:endParaRPr lang="en-US"/>
        </a:p>
      </dgm:t>
    </dgm:pt>
    <dgm:pt modelId="{C928A48D-6AD4-43FC-A4AA-CEE6C1A2994B}" type="pres">
      <dgm:prSet presAssocID="{BB7C1343-3D32-4A87-B97B-6A7B3054FA3A}" presName="root" presStyleCnt="0">
        <dgm:presLayoutVars>
          <dgm:dir/>
          <dgm:resizeHandles val="exact"/>
        </dgm:presLayoutVars>
      </dgm:prSet>
      <dgm:spPr/>
    </dgm:pt>
    <dgm:pt modelId="{3542485E-4380-4525-8E22-E0E18AA8DA6C}" type="pres">
      <dgm:prSet presAssocID="{311ADFF1-72EB-4886-A29B-CA5518E85195}" presName="compNode" presStyleCnt="0"/>
      <dgm:spPr/>
    </dgm:pt>
    <dgm:pt modelId="{C79F0BC0-E6B3-4504-B7E9-17D718C82A09}" type="pres">
      <dgm:prSet presAssocID="{311ADFF1-72EB-4886-A29B-CA5518E85195}" presName="bgRect" presStyleLbl="bgShp" presStyleIdx="0" presStyleCnt="4"/>
      <dgm:spPr/>
    </dgm:pt>
    <dgm:pt modelId="{5A41B783-DCC5-4290-A470-716EBC9DD55C}" type="pres">
      <dgm:prSet presAssocID="{311ADFF1-72EB-4886-A29B-CA5518E851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2170103-0757-4E95-A8FE-FF79BF01C859}" type="pres">
      <dgm:prSet presAssocID="{311ADFF1-72EB-4886-A29B-CA5518E85195}" presName="spaceRect" presStyleCnt="0"/>
      <dgm:spPr/>
    </dgm:pt>
    <dgm:pt modelId="{710391A2-C0C7-4D24-9B5D-7C21EFCC31B8}" type="pres">
      <dgm:prSet presAssocID="{311ADFF1-72EB-4886-A29B-CA5518E85195}" presName="parTx" presStyleLbl="revTx" presStyleIdx="0" presStyleCnt="4">
        <dgm:presLayoutVars>
          <dgm:chMax val="0"/>
          <dgm:chPref val="0"/>
        </dgm:presLayoutVars>
      </dgm:prSet>
      <dgm:spPr/>
    </dgm:pt>
    <dgm:pt modelId="{A10615B1-2195-43D7-A825-4F84F93D1C7C}" type="pres">
      <dgm:prSet presAssocID="{2CEA8AFD-8A9C-4992-B332-44E2D31134F2}" presName="sibTrans" presStyleCnt="0"/>
      <dgm:spPr/>
    </dgm:pt>
    <dgm:pt modelId="{7BD4E870-CD94-4210-A7C8-BB18338E8FAC}" type="pres">
      <dgm:prSet presAssocID="{B9550D1A-32FB-4FB3-9D65-EC6BC9675190}" presName="compNode" presStyleCnt="0"/>
      <dgm:spPr/>
    </dgm:pt>
    <dgm:pt modelId="{0E506587-1949-4890-B640-43897E9130B3}" type="pres">
      <dgm:prSet presAssocID="{B9550D1A-32FB-4FB3-9D65-EC6BC9675190}" presName="bgRect" presStyleLbl="bgShp" presStyleIdx="1" presStyleCnt="4"/>
      <dgm:spPr/>
    </dgm:pt>
    <dgm:pt modelId="{5732BE7C-E115-4405-8D0F-51DA97EFB770}" type="pres">
      <dgm:prSet presAssocID="{B9550D1A-32FB-4FB3-9D65-EC6BC96751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AF767B7-1C6A-47D4-90E2-226F6BC0A3B2}" type="pres">
      <dgm:prSet presAssocID="{B9550D1A-32FB-4FB3-9D65-EC6BC9675190}" presName="spaceRect" presStyleCnt="0"/>
      <dgm:spPr/>
    </dgm:pt>
    <dgm:pt modelId="{C04A6E64-6292-45B3-9DD0-FCE165951959}" type="pres">
      <dgm:prSet presAssocID="{B9550D1A-32FB-4FB3-9D65-EC6BC9675190}" presName="parTx" presStyleLbl="revTx" presStyleIdx="1" presStyleCnt="4">
        <dgm:presLayoutVars>
          <dgm:chMax val="0"/>
          <dgm:chPref val="0"/>
        </dgm:presLayoutVars>
      </dgm:prSet>
      <dgm:spPr/>
    </dgm:pt>
    <dgm:pt modelId="{53B9510B-53E1-4782-B920-F8880F99B6D5}" type="pres">
      <dgm:prSet presAssocID="{928CBB1C-48EF-45AC-9942-A743B7D742E6}" presName="sibTrans" presStyleCnt="0"/>
      <dgm:spPr/>
    </dgm:pt>
    <dgm:pt modelId="{4737D9C4-6829-419B-9A1F-8BCB4FF5DB8A}" type="pres">
      <dgm:prSet presAssocID="{B28CB4E4-D023-41B3-8F79-767AA5784808}" presName="compNode" presStyleCnt="0"/>
      <dgm:spPr/>
    </dgm:pt>
    <dgm:pt modelId="{F87E6787-1C11-44DE-9A1F-BF1AEDACA911}" type="pres">
      <dgm:prSet presAssocID="{B28CB4E4-D023-41B3-8F79-767AA5784808}" presName="bgRect" presStyleLbl="bgShp" presStyleIdx="2" presStyleCnt="4"/>
      <dgm:spPr/>
    </dgm:pt>
    <dgm:pt modelId="{F2B838E0-E527-497C-8DA6-593DFE7CFFFC}" type="pres">
      <dgm:prSet presAssocID="{B28CB4E4-D023-41B3-8F79-767AA57848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302DAC-0253-47F1-ADFD-971002FBEEEF}" type="pres">
      <dgm:prSet presAssocID="{B28CB4E4-D023-41B3-8F79-767AA5784808}" presName="spaceRect" presStyleCnt="0"/>
      <dgm:spPr/>
    </dgm:pt>
    <dgm:pt modelId="{1EF29AD5-01BE-4F6F-84D8-05F71871F76C}" type="pres">
      <dgm:prSet presAssocID="{B28CB4E4-D023-41B3-8F79-767AA5784808}" presName="parTx" presStyleLbl="revTx" presStyleIdx="2" presStyleCnt="4">
        <dgm:presLayoutVars>
          <dgm:chMax val="0"/>
          <dgm:chPref val="0"/>
        </dgm:presLayoutVars>
      </dgm:prSet>
      <dgm:spPr/>
    </dgm:pt>
    <dgm:pt modelId="{3B704912-EE90-45DC-BCA6-E2621BADF169}" type="pres">
      <dgm:prSet presAssocID="{763984A2-039A-4963-BAAF-43320C2668D7}" presName="sibTrans" presStyleCnt="0"/>
      <dgm:spPr/>
    </dgm:pt>
    <dgm:pt modelId="{F438EB5B-8217-404D-9AB2-4AFDA2D2B3FC}" type="pres">
      <dgm:prSet presAssocID="{31FEB3F8-2C6D-4B48-8750-A2C8F29B30DE}" presName="compNode" presStyleCnt="0"/>
      <dgm:spPr/>
    </dgm:pt>
    <dgm:pt modelId="{A96A0D13-813D-4E52-90D9-5E781777B852}" type="pres">
      <dgm:prSet presAssocID="{31FEB3F8-2C6D-4B48-8750-A2C8F29B30DE}" presName="bgRect" presStyleLbl="bgShp" presStyleIdx="3" presStyleCnt="4"/>
      <dgm:spPr/>
    </dgm:pt>
    <dgm:pt modelId="{E5E1CBCE-7192-4EAE-B051-1402EEB2CFCE}" type="pres">
      <dgm:prSet presAssocID="{31FEB3F8-2C6D-4B48-8750-A2C8F29B30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20710EF-BB4C-43FE-A554-09E806F956FD}" type="pres">
      <dgm:prSet presAssocID="{31FEB3F8-2C6D-4B48-8750-A2C8F29B30DE}" presName="spaceRect" presStyleCnt="0"/>
      <dgm:spPr/>
    </dgm:pt>
    <dgm:pt modelId="{2C56A12D-CE1C-4D86-BF37-163B8A361A77}" type="pres">
      <dgm:prSet presAssocID="{31FEB3F8-2C6D-4B48-8750-A2C8F29B30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C058A09-8807-46B1-9D01-DA11EEC9DC91}" srcId="{BB7C1343-3D32-4A87-B97B-6A7B3054FA3A}" destId="{31FEB3F8-2C6D-4B48-8750-A2C8F29B30DE}" srcOrd="3" destOrd="0" parTransId="{7D4EFE90-1ACE-4F55-B8CB-79F3DFBE7C0D}" sibTransId="{AF3F1D79-8476-44D8-80F4-9CBFE7036008}"/>
    <dgm:cxn modelId="{03746E0B-924A-4E54-930D-5EC8CC1C8CB6}" type="presOf" srcId="{31FEB3F8-2C6D-4B48-8750-A2C8F29B30DE}" destId="{2C56A12D-CE1C-4D86-BF37-163B8A361A77}" srcOrd="0" destOrd="0" presId="urn:microsoft.com/office/officeart/2018/2/layout/IconVerticalSolidList"/>
    <dgm:cxn modelId="{AB1B8C55-B279-4071-9743-9DCC0A9DDCB6}" type="presOf" srcId="{311ADFF1-72EB-4886-A29B-CA5518E85195}" destId="{710391A2-C0C7-4D24-9B5D-7C21EFCC31B8}" srcOrd="0" destOrd="0" presId="urn:microsoft.com/office/officeart/2018/2/layout/IconVerticalSolidList"/>
    <dgm:cxn modelId="{8FAC847E-DEB0-4869-921F-C15B80B43640}" srcId="{BB7C1343-3D32-4A87-B97B-6A7B3054FA3A}" destId="{311ADFF1-72EB-4886-A29B-CA5518E85195}" srcOrd="0" destOrd="0" parTransId="{B9B01E31-68F4-4F9E-A3C3-3D171C88BC36}" sibTransId="{2CEA8AFD-8A9C-4992-B332-44E2D31134F2}"/>
    <dgm:cxn modelId="{8FB0A19B-7C1D-4A49-984D-EFC141F366B0}" type="presOf" srcId="{B28CB4E4-D023-41B3-8F79-767AA5784808}" destId="{1EF29AD5-01BE-4F6F-84D8-05F71871F76C}" srcOrd="0" destOrd="0" presId="urn:microsoft.com/office/officeart/2018/2/layout/IconVerticalSolidList"/>
    <dgm:cxn modelId="{8E73639C-DD6C-4175-AD8E-8FEF12AB105F}" type="presOf" srcId="{BB7C1343-3D32-4A87-B97B-6A7B3054FA3A}" destId="{C928A48D-6AD4-43FC-A4AA-CEE6C1A2994B}" srcOrd="0" destOrd="0" presId="urn:microsoft.com/office/officeart/2018/2/layout/IconVerticalSolidList"/>
    <dgm:cxn modelId="{A18E1CA9-EB25-458F-A4D3-BE9FAC5D2F83}" type="presOf" srcId="{B9550D1A-32FB-4FB3-9D65-EC6BC9675190}" destId="{C04A6E64-6292-45B3-9DD0-FCE165951959}" srcOrd="0" destOrd="0" presId="urn:microsoft.com/office/officeart/2018/2/layout/IconVerticalSolidList"/>
    <dgm:cxn modelId="{8C4470EF-FE81-4ABE-BB26-4C4CE77BB3F5}" srcId="{BB7C1343-3D32-4A87-B97B-6A7B3054FA3A}" destId="{B28CB4E4-D023-41B3-8F79-767AA5784808}" srcOrd="2" destOrd="0" parTransId="{5DBB0492-8746-44A2-BD0E-BDB5353B70FF}" sibTransId="{763984A2-039A-4963-BAAF-43320C2668D7}"/>
    <dgm:cxn modelId="{23C011F0-F1B0-4A48-8FBC-58822FE56C7B}" srcId="{BB7C1343-3D32-4A87-B97B-6A7B3054FA3A}" destId="{B9550D1A-32FB-4FB3-9D65-EC6BC9675190}" srcOrd="1" destOrd="0" parTransId="{0CFE4010-3376-4D3B-A0F0-01ACF928803C}" sibTransId="{928CBB1C-48EF-45AC-9942-A743B7D742E6}"/>
    <dgm:cxn modelId="{B1B2167A-3B53-4677-8FC5-653E7B432744}" type="presParOf" srcId="{C928A48D-6AD4-43FC-A4AA-CEE6C1A2994B}" destId="{3542485E-4380-4525-8E22-E0E18AA8DA6C}" srcOrd="0" destOrd="0" presId="urn:microsoft.com/office/officeart/2018/2/layout/IconVerticalSolidList"/>
    <dgm:cxn modelId="{2D756BC0-DE8E-4FFF-AA0F-813542517089}" type="presParOf" srcId="{3542485E-4380-4525-8E22-E0E18AA8DA6C}" destId="{C79F0BC0-E6B3-4504-B7E9-17D718C82A09}" srcOrd="0" destOrd="0" presId="urn:microsoft.com/office/officeart/2018/2/layout/IconVerticalSolidList"/>
    <dgm:cxn modelId="{198AA7B3-65F3-407E-881A-3FB0072342D4}" type="presParOf" srcId="{3542485E-4380-4525-8E22-E0E18AA8DA6C}" destId="{5A41B783-DCC5-4290-A470-716EBC9DD55C}" srcOrd="1" destOrd="0" presId="urn:microsoft.com/office/officeart/2018/2/layout/IconVerticalSolidList"/>
    <dgm:cxn modelId="{91089E76-DE4F-4D42-8073-A49A4EDAC876}" type="presParOf" srcId="{3542485E-4380-4525-8E22-E0E18AA8DA6C}" destId="{02170103-0757-4E95-A8FE-FF79BF01C859}" srcOrd="2" destOrd="0" presId="urn:microsoft.com/office/officeart/2018/2/layout/IconVerticalSolidList"/>
    <dgm:cxn modelId="{130B6D22-F052-4C11-BEE0-EF8EAF2D8AE7}" type="presParOf" srcId="{3542485E-4380-4525-8E22-E0E18AA8DA6C}" destId="{710391A2-C0C7-4D24-9B5D-7C21EFCC31B8}" srcOrd="3" destOrd="0" presId="urn:microsoft.com/office/officeart/2018/2/layout/IconVerticalSolidList"/>
    <dgm:cxn modelId="{89688504-B720-466A-ABB4-183333050983}" type="presParOf" srcId="{C928A48D-6AD4-43FC-A4AA-CEE6C1A2994B}" destId="{A10615B1-2195-43D7-A825-4F84F93D1C7C}" srcOrd="1" destOrd="0" presId="urn:microsoft.com/office/officeart/2018/2/layout/IconVerticalSolidList"/>
    <dgm:cxn modelId="{F4B0D9C5-B095-47A8-8167-4E0C94976DFB}" type="presParOf" srcId="{C928A48D-6AD4-43FC-A4AA-CEE6C1A2994B}" destId="{7BD4E870-CD94-4210-A7C8-BB18338E8FAC}" srcOrd="2" destOrd="0" presId="urn:microsoft.com/office/officeart/2018/2/layout/IconVerticalSolidList"/>
    <dgm:cxn modelId="{827FE32E-D18E-4A84-82E7-8A739865FBDA}" type="presParOf" srcId="{7BD4E870-CD94-4210-A7C8-BB18338E8FAC}" destId="{0E506587-1949-4890-B640-43897E9130B3}" srcOrd="0" destOrd="0" presId="urn:microsoft.com/office/officeart/2018/2/layout/IconVerticalSolidList"/>
    <dgm:cxn modelId="{F3777064-7AFA-4821-83BA-DBFDE330074B}" type="presParOf" srcId="{7BD4E870-CD94-4210-A7C8-BB18338E8FAC}" destId="{5732BE7C-E115-4405-8D0F-51DA97EFB770}" srcOrd="1" destOrd="0" presId="urn:microsoft.com/office/officeart/2018/2/layout/IconVerticalSolidList"/>
    <dgm:cxn modelId="{5D41BA33-5E9F-4339-8530-53E7167E9582}" type="presParOf" srcId="{7BD4E870-CD94-4210-A7C8-BB18338E8FAC}" destId="{DAF767B7-1C6A-47D4-90E2-226F6BC0A3B2}" srcOrd="2" destOrd="0" presId="urn:microsoft.com/office/officeart/2018/2/layout/IconVerticalSolidList"/>
    <dgm:cxn modelId="{F5A48556-D6E6-4AE9-BF76-B34D20D7D4D4}" type="presParOf" srcId="{7BD4E870-CD94-4210-A7C8-BB18338E8FAC}" destId="{C04A6E64-6292-45B3-9DD0-FCE165951959}" srcOrd="3" destOrd="0" presId="urn:microsoft.com/office/officeart/2018/2/layout/IconVerticalSolidList"/>
    <dgm:cxn modelId="{A46CD144-400C-4AE0-9C4E-697DA986C9FD}" type="presParOf" srcId="{C928A48D-6AD4-43FC-A4AA-CEE6C1A2994B}" destId="{53B9510B-53E1-4782-B920-F8880F99B6D5}" srcOrd="3" destOrd="0" presId="urn:microsoft.com/office/officeart/2018/2/layout/IconVerticalSolidList"/>
    <dgm:cxn modelId="{20415515-B707-4AE7-9B87-908CFC7A38BF}" type="presParOf" srcId="{C928A48D-6AD4-43FC-A4AA-CEE6C1A2994B}" destId="{4737D9C4-6829-419B-9A1F-8BCB4FF5DB8A}" srcOrd="4" destOrd="0" presId="urn:microsoft.com/office/officeart/2018/2/layout/IconVerticalSolidList"/>
    <dgm:cxn modelId="{C71BBAC4-F1B5-431F-A94E-9B193BC2B56E}" type="presParOf" srcId="{4737D9C4-6829-419B-9A1F-8BCB4FF5DB8A}" destId="{F87E6787-1C11-44DE-9A1F-BF1AEDACA911}" srcOrd="0" destOrd="0" presId="urn:microsoft.com/office/officeart/2018/2/layout/IconVerticalSolidList"/>
    <dgm:cxn modelId="{13BED3DC-B505-4974-A931-AD153A28A83A}" type="presParOf" srcId="{4737D9C4-6829-419B-9A1F-8BCB4FF5DB8A}" destId="{F2B838E0-E527-497C-8DA6-593DFE7CFFFC}" srcOrd="1" destOrd="0" presId="urn:microsoft.com/office/officeart/2018/2/layout/IconVerticalSolidList"/>
    <dgm:cxn modelId="{A88D0D41-3168-416E-BA8E-DA8FB8FF72CC}" type="presParOf" srcId="{4737D9C4-6829-419B-9A1F-8BCB4FF5DB8A}" destId="{FB302DAC-0253-47F1-ADFD-971002FBEEEF}" srcOrd="2" destOrd="0" presId="urn:microsoft.com/office/officeart/2018/2/layout/IconVerticalSolidList"/>
    <dgm:cxn modelId="{5462459E-EEBD-41A0-B180-05F662EAC350}" type="presParOf" srcId="{4737D9C4-6829-419B-9A1F-8BCB4FF5DB8A}" destId="{1EF29AD5-01BE-4F6F-84D8-05F71871F76C}" srcOrd="3" destOrd="0" presId="urn:microsoft.com/office/officeart/2018/2/layout/IconVerticalSolidList"/>
    <dgm:cxn modelId="{157FEA1E-533C-4F23-802F-4C9C526D0D4A}" type="presParOf" srcId="{C928A48D-6AD4-43FC-A4AA-CEE6C1A2994B}" destId="{3B704912-EE90-45DC-BCA6-E2621BADF169}" srcOrd="5" destOrd="0" presId="urn:microsoft.com/office/officeart/2018/2/layout/IconVerticalSolidList"/>
    <dgm:cxn modelId="{45065053-BBEA-4BE0-A7D7-162337489E66}" type="presParOf" srcId="{C928A48D-6AD4-43FC-A4AA-CEE6C1A2994B}" destId="{F438EB5B-8217-404D-9AB2-4AFDA2D2B3FC}" srcOrd="6" destOrd="0" presId="urn:microsoft.com/office/officeart/2018/2/layout/IconVerticalSolidList"/>
    <dgm:cxn modelId="{3661EDEA-39ED-4C57-B7E5-F0EC27265130}" type="presParOf" srcId="{F438EB5B-8217-404D-9AB2-4AFDA2D2B3FC}" destId="{A96A0D13-813D-4E52-90D9-5E781777B852}" srcOrd="0" destOrd="0" presId="urn:microsoft.com/office/officeart/2018/2/layout/IconVerticalSolidList"/>
    <dgm:cxn modelId="{B2BC7F85-B513-4F47-BA5B-7F2322268919}" type="presParOf" srcId="{F438EB5B-8217-404D-9AB2-4AFDA2D2B3FC}" destId="{E5E1CBCE-7192-4EAE-B051-1402EEB2CFCE}" srcOrd="1" destOrd="0" presId="urn:microsoft.com/office/officeart/2018/2/layout/IconVerticalSolidList"/>
    <dgm:cxn modelId="{ED07F1BD-04A7-4EC1-981A-207F1DBF60DF}" type="presParOf" srcId="{F438EB5B-8217-404D-9AB2-4AFDA2D2B3FC}" destId="{720710EF-BB4C-43FE-A554-09E806F956FD}" srcOrd="2" destOrd="0" presId="urn:microsoft.com/office/officeart/2018/2/layout/IconVerticalSolidList"/>
    <dgm:cxn modelId="{AD3FA455-D031-48E7-9296-538CFA5F1D4B}" type="presParOf" srcId="{F438EB5B-8217-404D-9AB2-4AFDA2D2B3FC}" destId="{2C56A12D-CE1C-4D86-BF37-163B8A361A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4885ED-8BBA-41ED-8BF5-580E5E2E102D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A19C0A-E402-4386-A3B0-2F6059FD1CAC}">
      <dgm:prSet/>
      <dgm:spPr/>
      <dgm:t>
        <a:bodyPr/>
        <a:lstStyle/>
        <a:p>
          <a:r>
            <a:rPr lang="en-US"/>
            <a:t>Deploy</a:t>
          </a:r>
        </a:p>
      </dgm:t>
    </dgm:pt>
    <dgm:pt modelId="{EC526F16-EF63-4C6B-A1C5-0F20B518FEB4}" type="parTrans" cxnId="{6DD5B010-D2DF-4ED0-A80C-EAF3BAD92DF2}">
      <dgm:prSet/>
      <dgm:spPr/>
      <dgm:t>
        <a:bodyPr/>
        <a:lstStyle/>
        <a:p>
          <a:endParaRPr lang="en-US"/>
        </a:p>
      </dgm:t>
    </dgm:pt>
    <dgm:pt modelId="{DDE346ED-4C0A-43FF-A30A-53CEFCFACBB8}" type="sibTrans" cxnId="{6DD5B010-D2DF-4ED0-A80C-EAF3BAD92DF2}">
      <dgm:prSet/>
      <dgm:spPr/>
      <dgm:t>
        <a:bodyPr/>
        <a:lstStyle/>
        <a:p>
          <a:endParaRPr lang="en-US"/>
        </a:p>
      </dgm:t>
    </dgm:pt>
    <dgm:pt modelId="{51A8C739-E77A-41D5-B76B-C32301F17917}">
      <dgm:prSet/>
      <dgm:spPr/>
      <dgm:t>
        <a:bodyPr/>
        <a:lstStyle/>
        <a:p>
          <a:r>
            <a:rPr lang="en-US"/>
            <a:t>Deploy a local model</a:t>
          </a:r>
        </a:p>
      </dgm:t>
    </dgm:pt>
    <dgm:pt modelId="{6D50B7B4-9164-4009-BAEB-F439534C2B69}" type="parTrans" cxnId="{A909653E-EA34-4C6B-99EA-31FC3966F4C3}">
      <dgm:prSet/>
      <dgm:spPr/>
      <dgm:t>
        <a:bodyPr/>
        <a:lstStyle/>
        <a:p>
          <a:endParaRPr lang="en-US"/>
        </a:p>
      </dgm:t>
    </dgm:pt>
    <dgm:pt modelId="{C7F00E4A-7597-4F30-AC44-9FCC5289814E}" type="sibTrans" cxnId="{A909653E-EA34-4C6B-99EA-31FC3966F4C3}">
      <dgm:prSet/>
      <dgm:spPr/>
      <dgm:t>
        <a:bodyPr/>
        <a:lstStyle/>
        <a:p>
          <a:endParaRPr lang="en-US"/>
        </a:p>
      </dgm:t>
    </dgm:pt>
    <dgm:pt modelId="{61065567-226B-46A0-ABF8-B34BF5CC1E2C}">
      <dgm:prSet/>
      <dgm:spPr/>
      <dgm:t>
        <a:bodyPr/>
        <a:lstStyle/>
        <a:p>
          <a:r>
            <a:rPr lang="en-US"/>
            <a:t>Create</a:t>
          </a:r>
        </a:p>
      </dgm:t>
    </dgm:pt>
    <dgm:pt modelId="{1AD654C0-7D52-42D9-9440-4F86A50D7D5B}" type="parTrans" cxnId="{4DBA949E-D90C-4E61-9199-B166E439D78C}">
      <dgm:prSet/>
      <dgm:spPr/>
      <dgm:t>
        <a:bodyPr/>
        <a:lstStyle/>
        <a:p>
          <a:endParaRPr lang="en-US"/>
        </a:p>
      </dgm:t>
    </dgm:pt>
    <dgm:pt modelId="{DF5D3739-AA37-4538-B541-A91B4F1753A9}" type="sibTrans" cxnId="{4DBA949E-D90C-4E61-9199-B166E439D78C}">
      <dgm:prSet/>
      <dgm:spPr/>
      <dgm:t>
        <a:bodyPr/>
        <a:lstStyle/>
        <a:p>
          <a:endParaRPr lang="en-US"/>
        </a:p>
      </dgm:t>
    </dgm:pt>
    <dgm:pt modelId="{3C996DF6-97D4-4D52-BE38-963900941D47}">
      <dgm:prSet/>
      <dgm:spPr/>
      <dgm:t>
        <a:bodyPr/>
        <a:lstStyle/>
        <a:p>
          <a:r>
            <a:rPr lang="en-US" dirty="0"/>
            <a:t>Create a prompt</a:t>
          </a:r>
        </a:p>
      </dgm:t>
    </dgm:pt>
    <dgm:pt modelId="{BD24A4DC-307B-45D6-AABA-C11132F6C9F7}" type="parTrans" cxnId="{73E4B7B9-A091-4614-ACEB-D879624EA82B}">
      <dgm:prSet/>
      <dgm:spPr/>
      <dgm:t>
        <a:bodyPr/>
        <a:lstStyle/>
        <a:p>
          <a:endParaRPr lang="en-US"/>
        </a:p>
      </dgm:t>
    </dgm:pt>
    <dgm:pt modelId="{F28DF37C-66BD-4AB2-9000-9EAAA258D3B9}" type="sibTrans" cxnId="{73E4B7B9-A091-4614-ACEB-D879624EA82B}">
      <dgm:prSet/>
      <dgm:spPr/>
      <dgm:t>
        <a:bodyPr/>
        <a:lstStyle/>
        <a:p>
          <a:endParaRPr lang="en-US"/>
        </a:p>
      </dgm:t>
    </dgm:pt>
    <dgm:pt modelId="{FBF4AECC-FF27-4E7D-B022-64DBD96D703B}">
      <dgm:prSet/>
      <dgm:spPr/>
      <dgm:t>
        <a:bodyPr/>
        <a:lstStyle/>
        <a:p>
          <a:r>
            <a:rPr lang="en-US"/>
            <a:t>Run</a:t>
          </a:r>
        </a:p>
      </dgm:t>
    </dgm:pt>
    <dgm:pt modelId="{8104584C-FEDD-4E73-AF26-6389C4AF9B3C}" type="parTrans" cxnId="{F46368B7-B669-4D08-B715-8D7374F96D74}">
      <dgm:prSet/>
      <dgm:spPr/>
      <dgm:t>
        <a:bodyPr/>
        <a:lstStyle/>
        <a:p>
          <a:endParaRPr lang="en-US"/>
        </a:p>
      </dgm:t>
    </dgm:pt>
    <dgm:pt modelId="{B16AD6B6-1B43-45C1-BE4E-41340C59700B}" type="sibTrans" cxnId="{F46368B7-B669-4D08-B715-8D7374F96D74}">
      <dgm:prSet/>
      <dgm:spPr/>
      <dgm:t>
        <a:bodyPr/>
        <a:lstStyle/>
        <a:p>
          <a:endParaRPr lang="en-US"/>
        </a:p>
      </dgm:t>
    </dgm:pt>
    <dgm:pt modelId="{F1B8AF43-3F10-42AF-A1C4-2681C0EEE7A8}">
      <dgm:prSet/>
      <dgm:spPr/>
      <dgm:t>
        <a:bodyPr/>
        <a:lstStyle/>
        <a:p>
          <a:r>
            <a:rPr lang="en-US"/>
            <a:t>Run an inference</a:t>
          </a:r>
        </a:p>
      </dgm:t>
    </dgm:pt>
    <dgm:pt modelId="{1A3CE466-3D12-468C-B9F6-420935B9680C}" type="parTrans" cxnId="{F1762208-F0C2-47BD-B4EE-1BB4BAFF016F}">
      <dgm:prSet/>
      <dgm:spPr/>
      <dgm:t>
        <a:bodyPr/>
        <a:lstStyle/>
        <a:p>
          <a:endParaRPr lang="en-US"/>
        </a:p>
      </dgm:t>
    </dgm:pt>
    <dgm:pt modelId="{9C9B4D7F-E7A2-4C8A-8985-213031FD8B67}" type="sibTrans" cxnId="{F1762208-F0C2-47BD-B4EE-1BB4BAFF016F}">
      <dgm:prSet/>
      <dgm:spPr/>
      <dgm:t>
        <a:bodyPr/>
        <a:lstStyle/>
        <a:p>
          <a:endParaRPr lang="en-US"/>
        </a:p>
      </dgm:t>
    </dgm:pt>
    <dgm:pt modelId="{581383A1-750B-42EA-BFA4-78FCEEAB4387}">
      <dgm:prSet/>
      <dgm:spPr/>
      <dgm:t>
        <a:bodyPr/>
        <a:lstStyle/>
        <a:p>
          <a:r>
            <a:rPr lang="en-US"/>
            <a:t>Review</a:t>
          </a:r>
        </a:p>
      </dgm:t>
    </dgm:pt>
    <dgm:pt modelId="{138044A5-79B9-4C2C-BA3C-2046265903DF}" type="parTrans" cxnId="{FFC39199-7002-4CFC-9FCE-D4258A6F2564}">
      <dgm:prSet/>
      <dgm:spPr/>
      <dgm:t>
        <a:bodyPr/>
        <a:lstStyle/>
        <a:p>
          <a:endParaRPr lang="en-US"/>
        </a:p>
      </dgm:t>
    </dgm:pt>
    <dgm:pt modelId="{F9A3DBAD-427F-4D8D-B7BB-EE154AC1FDCB}" type="sibTrans" cxnId="{FFC39199-7002-4CFC-9FCE-D4258A6F2564}">
      <dgm:prSet/>
      <dgm:spPr/>
      <dgm:t>
        <a:bodyPr/>
        <a:lstStyle/>
        <a:p>
          <a:endParaRPr lang="en-US"/>
        </a:p>
      </dgm:t>
    </dgm:pt>
    <dgm:pt modelId="{C03AE787-6C49-4C19-A5A8-256F2DC9D4E7}">
      <dgm:prSet/>
      <dgm:spPr/>
      <dgm:t>
        <a:bodyPr/>
        <a:lstStyle/>
        <a:p>
          <a:r>
            <a:rPr lang="en-US"/>
            <a:t>Review logs and metrics</a:t>
          </a:r>
        </a:p>
      </dgm:t>
    </dgm:pt>
    <dgm:pt modelId="{497F237E-8B2D-46A8-9818-9E2B9EA3361C}" type="parTrans" cxnId="{357B1F86-884C-4DD1-B3C9-5836A761EC6A}">
      <dgm:prSet/>
      <dgm:spPr/>
      <dgm:t>
        <a:bodyPr/>
        <a:lstStyle/>
        <a:p>
          <a:endParaRPr lang="en-US"/>
        </a:p>
      </dgm:t>
    </dgm:pt>
    <dgm:pt modelId="{8CE17D1F-6EAA-4A16-BB1F-6EC464101AAE}" type="sibTrans" cxnId="{357B1F86-884C-4DD1-B3C9-5836A761EC6A}">
      <dgm:prSet/>
      <dgm:spPr/>
      <dgm:t>
        <a:bodyPr/>
        <a:lstStyle/>
        <a:p>
          <a:endParaRPr lang="en-US"/>
        </a:p>
      </dgm:t>
    </dgm:pt>
    <dgm:pt modelId="{2B2A68C0-E3B9-EE4B-814E-2BFFC8A1AF80}" type="pres">
      <dgm:prSet presAssocID="{3F4885ED-8BBA-41ED-8BF5-580E5E2E102D}" presName="Name0" presStyleCnt="0">
        <dgm:presLayoutVars>
          <dgm:dir/>
          <dgm:animLvl val="lvl"/>
          <dgm:resizeHandles val="exact"/>
        </dgm:presLayoutVars>
      </dgm:prSet>
      <dgm:spPr/>
    </dgm:pt>
    <dgm:pt modelId="{E199B616-D43E-3D4D-BDC5-04A9C29E19E0}" type="pres">
      <dgm:prSet presAssocID="{581383A1-750B-42EA-BFA4-78FCEEAB4387}" presName="boxAndChildren" presStyleCnt="0"/>
      <dgm:spPr/>
    </dgm:pt>
    <dgm:pt modelId="{EA6EA420-5F8A-5941-98DE-6569AC43FCD3}" type="pres">
      <dgm:prSet presAssocID="{581383A1-750B-42EA-BFA4-78FCEEAB4387}" presName="parentTextBox" presStyleLbl="alignNode1" presStyleIdx="0" presStyleCnt="4"/>
      <dgm:spPr/>
    </dgm:pt>
    <dgm:pt modelId="{039D44B7-8C96-A34A-A650-FF77A56C3889}" type="pres">
      <dgm:prSet presAssocID="{581383A1-750B-42EA-BFA4-78FCEEAB4387}" presName="descendantBox" presStyleLbl="bgAccFollowNode1" presStyleIdx="0" presStyleCnt="4"/>
      <dgm:spPr/>
    </dgm:pt>
    <dgm:pt modelId="{F0EE4316-DB39-7048-9D81-126FB0F9D7AF}" type="pres">
      <dgm:prSet presAssocID="{B16AD6B6-1B43-45C1-BE4E-41340C59700B}" presName="sp" presStyleCnt="0"/>
      <dgm:spPr/>
    </dgm:pt>
    <dgm:pt modelId="{495106B9-1CD9-334E-AC28-DDD1B492FE37}" type="pres">
      <dgm:prSet presAssocID="{FBF4AECC-FF27-4E7D-B022-64DBD96D703B}" presName="arrowAndChildren" presStyleCnt="0"/>
      <dgm:spPr/>
    </dgm:pt>
    <dgm:pt modelId="{8D433D7F-3FB3-9145-9269-91BA75182D74}" type="pres">
      <dgm:prSet presAssocID="{FBF4AECC-FF27-4E7D-B022-64DBD96D703B}" presName="parentTextArrow" presStyleLbl="node1" presStyleIdx="0" presStyleCnt="0"/>
      <dgm:spPr/>
    </dgm:pt>
    <dgm:pt modelId="{3C9CE001-68DA-1A4D-9C6E-C8536E9229D5}" type="pres">
      <dgm:prSet presAssocID="{FBF4AECC-FF27-4E7D-B022-64DBD96D703B}" presName="arrow" presStyleLbl="alignNode1" presStyleIdx="1" presStyleCnt="4"/>
      <dgm:spPr/>
    </dgm:pt>
    <dgm:pt modelId="{0B8D55D9-4E46-294D-8B50-6F1746F37940}" type="pres">
      <dgm:prSet presAssocID="{FBF4AECC-FF27-4E7D-B022-64DBD96D703B}" presName="descendantArrow" presStyleLbl="bgAccFollowNode1" presStyleIdx="1" presStyleCnt="4"/>
      <dgm:spPr/>
    </dgm:pt>
    <dgm:pt modelId="{D4E40CCA-E2FD-4844-92A7-4BA23AFCD697}" type="pres">
      <dgm:prSet presAssocID="{DF5D3739-AA37-4538-B541-A91B4F1753A9}" presName="sp" presStyleCnt="0"/>
      <dgm:spPr/>
    </dgm:pt>
    <dgm:pt modelId="{D3518774-CE05-C643-A42C-1D89D74B1327}" type="pres">
      <dgm:prSet presAssocID="{61065567-226B-46A0-ABF8-B34BF5CC1E2C}" presName="arrowAndChildren" presStyleCnt="0"/>
      <dgm:spPr/>
    </dgm:pt>
    <dgm:pt modelId="{110FD6D4-9CDA-EC4E-80A0-A038F7B47F07}" type="pres">
      <dgm:prSet presAssocID="{61065567-226B-46A0-ABF8-B34BF5CC1E2C}" presName="parentTextArrow" presStyleLbl="node1" presStyleIdx="0" presStyleCnt="0"/>
      <dgm:spPr/>
    </dgm:pt>
    <dgm:pt modelId="{1A57BE58-634F-AC46-8B16-B4E21B9DEED6}" type="pres">
      <dgm:prSet presAssocID="{61065567-226B-46A0-ABF8-B34BF5CC1E2C}" presName="arrow" presStyleLbl="alignNode1" presStyleIdx="2" presStyleCnt="4"/>
      <dgm:spPr/>
    </dgm:pt>
    <dgm:pt modelId="{9B2272E8-EB0F-A34E-BF07-D1682443C14F}" type="pres">
      <dgm:prSet presAssocID="{61065567-226B-46A0-ABF8-B34BF5CC1E2C}" presName="descendantArrow" presStyleLbl="bgAccFollowNode1" presStyleIdx="2" presStyleCnt="4"/>
      <dgm:spPr/>
    </dgm:pt>
    <dgm:pt modelId="{202B1CB7-468A-C941-BD3E-6824F560C8DB}" type="pres">
      <dgm:prSet presAssocID="{DDE346ED-4C0A-43FF-A30A-53CEFCFACBB8}" presName="sp" presStyleCnt="0"/>
      <dgm:spPr/>
    </dgm:pt>
    <dgm:pt modelId="{CE2066D3-334C-3E4A-84AB-65E8F9644F80}" type="pres">
      <dgm:prSet presAssocID="{DCA19C0A-E402-4386-A3B0-2F6059FD1CAC}" presName="arrowAndChildren" presStyleCnt="0"/>
      <dgm:spPr/>
    </dgm:pt>
    <dgm:pt modelId="{8E1E8F4E-8D00-144C-9A39-11FACD319AD3}" type="pres">
      <dgm:prSet presAssocID="{DCA19C0A-E402-4386-A3B0-2F6059FD1CAC}" presName="parentTextArrow" presStyleLbl="node1" presStyleIdx="0" presStyleCnt="0"/>
      <dgm:spPr/>
    </dgm:pt>
    <dgm:pt modelId="{1E4431FD-DECA-F24B-9F2F-5D2BC92AA3FC}" type="pres">
      <dgm:prSet presAssocID="{DCA19C0A-E402-4386-A3B0-2F6059FD1CAC}" presName="arrow" presStyleLbl="alignNode1" presStyleIdx="3" presStyleCnt="4"/>
      <dgm:spPr/>
    </dgm:pt>
    <dgm:pt modelId="{3CFBCF28-346A-7E40-B1B5-CB45672FF229}" type="pres">
      <dgm:prSet presAssocID="{DCA19C0A-E402-4386-A3B0-2F6059FD1CAC}" presName="descendantArrow" presStyleLbl="bgAccFollowNode1" presStyleIdx="3" presStyleCnt="4"/>
      <dgm:spPr/>
    </dgm:pt>
  </dgm:ptLst>
  <dgm:cxnLst>
    <dgm:cxn modelId="{78E9CD04-5C19-BC43-8D8D-4A835152A47A}" type="presOf" srcId="{581383A1-750B-42EA-BFA4-78FCEEAB4387}" destId="{EA6EA420-5F8A-5941-98DE-6569AC43FCD3}" srcOrd="0" destOrd="0" presId="urn:microsoft.com/office/officeart/2016/7/layout/VerticalDownArrowProcess"/>
    <dgm:cxn modelId="{F1762208-F0C2-47BD-B4EE-1BB4BAFF016F}" srcId="{FBF4AECC-FF27-4E7D-B022-64DBD96D703B}" destId="{F1B8AF43-3F10-42AF-A1C4-2681C0EEE7A8}" srcOrd="0" destOrd="0" parTransId="{1A3CE466-3D12-468C-B9F6-420935B9680C}" sibTransId="{9C9B4D7F-E7A2-4C8A-8985-213031FD8B67}"/>
    <dgm:cxn modelId="{1D42F30E-9077-F446-98AC-3908D7545531}" type="presOf" srcId="{3C996DF6-97D4-4D52-BE38-963900941D47}" destId="{9B2272E8-EB0F-A34E-BF07-D1682443C14F}" srcOrd="0" destOrd="0" presId="urn:microsoft.com/office/officeart/2016/7/layout/VerticalDownArrowProcess"/>
    <dgm:cxn modelId="{6DD5B010-D2DF-4ED0-A80C-EAF3BAD92DF2}" srcId="{3F4885ED-8BBA-41ED-8BF5-580E5E2E102D}" destId="{DCA19C0A-E402-4386-A3B0-2F6059FD1CAC}" srcOrd="0" destOrd="0" parTransId="{EC526F16-EF63-4C6B-A1C5-0F20B518FEB4}" sibTransId="{DDE346ED-4C0A-43FF-A30A-53CEFCFACBB8}"/>
    <dgm:cxn modelId="{CFC01413-1BAA-144E-8961-F1E653847AF0}" type="presOf" srcId="{61065567-226B-46A0-ABF8-B34BF5CC1E2C}" destId="{110FD6D4-9CDA-EC4E-80A0-A038F7B47F07}" srcOrd="0" destOrd="0" presId="urn:microsoft.com/office/officeart/2016/7/layout/VerticalDownArrowProcess"/>
    <dgm:cxn modelId="{A909653E-EA34-4C6B-99EA-31FC3966F4C3}" srcId="{DCA19C0A-E402-4386-A3B0-2F6059FD1CAC}" destId="{51A8C739-E77A-41D5-B76B-C32301F17917}" srcOrd="0" destOrd="0" parTransId="{6D50B7B4-9164-4009-BAEB-F439534C2B69}" sibTransId="{C7F00E4A-7597-4F30-AC44-9FCC5289814E}"/>
    <dgm:cxn modelId="{270D7F5E-1EC2-EB4B-94F8-69B903D08E5D}" type="presOf" srcId="{DCA19C0A-E402-4386-A3B0-2F6059FD1CAC}" destId="{1E4431FD-DECA-F24B-9F2F-5D2BC92AA3FC}" srcOrd="1" destOrd="0" presId="urn:microsoft.com/office/officeart/2016/7/layout/VerticalDownArrowProcess"/>
    <dgm:cxn modelId="{A969635F-AE81-CF45-A286-368728A22837}" type="presOf" srcId="{DCA19C0A-E402-4386-A3B0-2F6059FD1CAC}" destId="{8E1E8F4E-8D00-144C-9A39-11FACD319AD3}" srcOrd="0" destOrd="0" presId="urn:microsoft.com/office/officeart/2016/7/layout/VerticalDownArrowProcess"/>
    <dgm:cxn modelId="{C9D2C16C-B3F8-2C43-82A2-57B18232E152}" type="presOf" srcId="{51A8C739-E77A-41D5-B76B-C32301F17917}" destId="{3CFBCF28-346A-7E40-B1B5-CB45672FF229}" srcOrd="0" destOrd="0" presId="urn:microsoft.com/office/officeart/2016/7/layout/VerticalDownArrowProcess"/>
    <dgm:cxn modelId="{357B1F86-884C-4DD1-B3C9-5836A761EC6A}" srcId="{581383A1-750B-42EA-BFA4-78FCEEAB4387}" destId="{C03AE787-6C49-4C19-A5A8-256F2DC9D4E7}" srcOrd="0" destOrd="0" parTransId="{497F237E-8B2D-46A8-9818-9E2B9EA3361C}" sibTransId="{8CE17D1F-6EAA-4A16-BB1F-6EC464101AAE}"/>
    <dgm:cxn modelId="{FFC39199-7002-4CFC-9FCE-D4258A6F2564}" srcId="{3F4885ED-8BBA-41ED-8BF5-580E5E2E102D}" destId="{581383A1-750B-42EA-BFA4-78FCEEAB4387}" srcOrd="3" destOrd="0" parTransId="{138044A5-79B9-4C2C-BA3C-2046265903DF}" sibTransId="{F9A3DBAD-427F-4D8D-B7BB-EE154AC1FDCB}"/>
    <dgm:cxn modelId="{F98E5C9E-2051-A543-AC74-76BB0533E96A}" type="presOf" srcId="{F1B8AF43-3F10-42AF-A1C4-2681C0EEE7A8}" destId="{0B8D55D9-4E46-294D-8B50-6F1746F37940}" srcOrd="0" destOrd="0" presId="urn:microsoft.com/office/officeart/2016/7/layout/VerticalDownArrowProcess"/>
    <dgm:cxn modelId="{4DBA949E-D90C-4E61-9199-B166E439D78C}" srcId="{3F4885ED-8BBA-41ED-8BF5-580E5E2E102D}" destId="{61065567-226B-46A0-ABF8-B34BF5CC1E2C}" srcOrd="1" destOrd="0" parTransId="{1AD654C0-7D52-42D9-9440-4F86A50D7D5B}" sibTransId="{DF5D3739-AA37-4538-B541-A91B4F1753A9}"/>
    <dgm:cxn modelId="{14034AA3-1AD5-9846-957E-3AC049C4901A}" type="presOf" srcId="{61065567-226B-46A0-ABF8-B34BF5CC1E2C}" destId="{1A57BE58-634F-AC46-8B16-B4E21B9DEED6}" srcOrd="1" destOrd="0" presId="urn:microsoft.com/office/officeart/2016/7/layout/VerticalDownArrowProcess"/>
    <dgm:cxn modelId="{F46368B7-B669-4D08-B715-8D7374F96D74}" srcId="{3F4885ED-8BBA-41ED-8BF5-580E5E2E102D}" destId="{FBF4AECC-FF27-4E7D-B022-64DBD96D703B}" srcOrd="2" destOrd="0" parTransId="{8104584C-FEDD-4E73-AF26-6389C4AF9B3C}" sibTransId="{B16AD6B6-1B43-45C1-BE4E-41340C59700B}"/>
    <dgm:cxn modelId="{73E4B7B9-A091-4614-ACEB-D879624EA82B}" srcId="{61065567-226B-46A0-ABF8-B34BF5CC1E2C}" destId="{3C996DF6-97D4-4D52-BE38-963900941D47}" srcOrd="0" destOrd="0" parTransId="{BD24A4DC-307B-45D6-AABA-C11132F6C9F7}" sibTransId="{F28DF37C-66BD-4AB2-9000-9EAAA258D3B9}"/>
    <dgm:cxn modelId="{E1D1BBBD-5734-9F43-BBC0-CAC8924BDCB4}" type="presOf" srcId="{FBF4AECC-FF27-4E7D-B022-64DBD96D703B}" destId="{3C9CE001-68DA-1A4D-9C6E-C8536E9229D5}" srcOrd="1" destOrd="0" presId="urn:microsoft.com/office/officeart/2016/7/layout/VerticalDownArrowProcess"/>
    <dgm:cxn modelId="{67180FC8-4862-E34D-8445-D60C42C46BF0}" type="presOf" srcId="{C03AE787-6C49-4C19-A5A8-256F2DC9D4E7}" destId="{039D44B7-8C96-A34A-A650-FF77A56C3889}" srcOrd="0" destOrd="0" presId="urn:microsoft.com/office/officeart/2016/7/layout/VerticalDownArrowProcess"/>
    <dgm:cxn modelId="{4BED00CC-22B2-EB40-99E8-0BF4BFAACE60}" type="presOf" srcId="{FBF4AECC-FF27-4E7D-B022-64DBD96D703B}" destId="{8D433D7F-3FB3-9145-9269-91BA75182D74}" srcOrd="0" destOrd="0" presId="urn:microsoft.com/office/officeart/2016/7/layout/VerticalDownArrowProcess"/>
    <dgm:cxn modelId="{628660EE-4181-8147-A7E2-C57FB6799C92}" type="presOf" srcId="{3F4885ED-8BBA-41ED-8BF5-580E5E2E102D}" destId="{2B2A68C0-E3B9-EE4B-814E-2BFFC8A1AF80}" srcOrd="0" destOrd="0" presId="urn:microsoft.com/office/officeart/2016/7/layout/VerticalDownArrowProcess"/>
    <dgm:cxn modelId="{1E7A2DEA-A982-5E43-89C6-AB1ABCC2502E}" type="presParOf" srcId="{2B2A68C0-E3B9-EE4B-814E-2BFFC8A1AF80}" destId="{E199B616-D43E-3D4D-BDC5-04A9C29E19E0}" srcOrd="0" destOrd="0" presId="urn:microsoft.com/office/officeart/2016/7/layout/VerticalDownArrowProcess"/>
    <dgm:cxn modelId="{1E9DA3B0-E511-C947-9609-97F83131ABB9}" type="presParOf" srcId="{E199B616-D43E-3D4D-BDC5-04A9C29E19E0}" destId="{EA6EA420-5F8A-5941-98DE-6569AC43FCD3}" srcOrd="0" destOrd="0" presId="urn:microsoft.com/office/officeart/2016/7/layout/VerticalDownArrowProcess"/>
    <dgm:cxn modelId="{D60283A5-345B-5C43-BA33-ACCDE499CC14}" type="presParOf" srcId="{E199B616-D43E-3D4D-BDC5-04A9C29E19E0}" destId="{039D44B7-8C96-A34A-A650-FF77A56C3889}" srcOrd="1" destOrd="0" presId="urn:microsoft.com/office/officeart/2016/7/layout/VerticalDownArrowProcess"/>
    <dgm:cxn modelId="{8BF45C6B-C09E-6142-A10C-6B87C2FA91C2}" type="presParOf" srcId="{2B2A68C0-E3B9-EE4B-814E-2BFFC8A1AF80}" destId="{F0EE4316-DB39-7048-9D81-126FB0F9D7AF}" srcOrd="1" destOrd="0" presId="urn:microsoft.com/office/officeart/2016/7/layout/VerticalDownArrowProcess"/>
    <dgm:cxn modelId="{2BA0C44D-4935-7744-ACAC-D1F32F718115}" type="presParOf" srcId="{2B2A68C0-E3B9-EE4B-814E-2BFFC8A1AF80}" destId="{495106B9-1CD9-334E-AC28-DDD1B492FE37}" srcOrd="2" destOrd="0" presId="urn:microsoft.com/office/officeart/2016/7/layout/VerticalDownArrowProcess"/>
    <dgm:cxn modelId="{7102CBB7-DDDB-034F-B1C2-5DA424CA3EF4}" type="presParOf" srcId="{495106B9-1CD9-334E-AC28-DDD1B492FE37}" destId="{8D433D7F-3FB3-9145-9269-91BA75182D74}" srcOrd="0" destOrd="0" presId="urn:microsoft.com/office/officeart/2016/7/layout/VerticalDownArrowProcess"/>
    <dgm:cxn modelId="{58D46845-5797-C742-B785-20F84623C074}" type="presParOf" srcId="{495106B9-1CD9-334E-AC28-DDD1B492FE37}" destId="{3C9CE001-68DA-1A4D-9C6E-C8536E9229D5}" srcOrd="1" destOrd="0" presId="urn:microsoft.com/office/officeart/2016/7/layout/VerticalDownArrowProcess"/>
    <dgm:cxn modelId="{AC05164D-2A82-0B49-B094-87D6A09349FE}" type="presParOf" srcId="{495106B9-1CD9-334E-AC28-DDD1B492FE37}" destId="{0B8D55D9-4E46-294D-8B50-6F1746F37940}" srcOrd="2" destOrd="0" presId="urn:microsoft.com/office/officeart/2016/7/layout/VerticalDownArrowProcess"/>
    <dgm:cxn modelId="{CD6A14A5-9B87-4C48-BAF5-01B788A3A7FC}" type="presParOf" srcId="{2B2A68C0-E3B9-EE4B-814E-2BFFC8A1AF80}" destId="{D4E40CCA-E2FD-4844-92A7-4BA23AFCD697}" srcOrd="3" destOrd="0" presId="urn:microsoft.com/office/officeart/2016/7/layout/VerticalDownArrowProcess"/>
    <dgm:cxn modelId="{1F5AB4C1-A2D7-564C-B042-6776290ADA50}" type="presParOf" srcId="{2B2A68C0-E3B9-EE4B-814E-2BFFC8A1AF80}" destId="{D3518774-CE05-C643-A42C-1D89D74B1327}" srcOrd="4" destOrd="0" presId="urn:microsoft.com/office/officeart/2016/7/layout/VerticalDownArrowProcess"/>
    <dgm:cxn modelId="{5ECD062D-0510-A54A-A4D1-FDAFA9F66474}" type="presParOf" srcId="{D3518774-CE05-C643-A42C-1D89D74B1327}" destId="{110FD6D4-9CDA-EC4E-80A0-A038F7B47F07}" srcOrd="0" destOrd="0" presId="urn:microsoft.com/office/officeart/2016/7/layout/VerticalDownArrowProcess"/>
    <dgm:cxn modelId="{CB4A292F-42FB-B043-8E8D-25E813CED521}" type="presParOf" srcId="{D3518774-CE05-C643-A42C-1D89D74B1327}" destId="{1A57BE58-634F-AC46-8B16-B4E21B9DEED6}" srcOrd="1" destOrd="0" presId="urn:microsoft.com/office/officeart/2016/7/layout/VerticalDownArrowProcess"/>
    <dgm:cxn modelId="{9F7A6BB5-81E2-3245-B669-A7E9DA48B703}" type="presParOf" srcId="{D3518774-CE05-C643-A42C-1D89D74B1327}" destId="{9B2272E8-EB0F-A34E-BF07-D1682443C14F}" srcOrd="2" destOrd="0" presId="urn:microsoft.com/office/officeart/2016/7/layout/VerticalDownArrowProcess"/>
    <dgm:cxn modelId="{B3141AC8-A324-A046-B8F1-588DFDD077C9}" type="presParOf" srcId="{2B2A68C0-E3B9-EE4B-814E-2BFFC8A1AF80}" destId="{202B1CB7-468A-C941-BD3E-6824F560C8DB}" srcOrd="5" destOrd="0" presId="urn:microsoft.com/office/officeart/2016/7/layout/VerticalDownArrowProcess"/>
    <dgm:cxn modelId="{FB060C81-716A-584A-9C1F-332C5CAAA75E}" type="presParOf" srcId="{2B2A68C0-E3B9-EE4B-814E-2BFFC8A1AF80}" destId="{CE2066D3-334C-3E4A-84AB-65E8F9644F80}" srcOrd="6" destOrd="0" presId="urn:microsoft.com/office/officeart/2016/7/layout/VerticalDownArrowProcess"/>
    <dgm:cxn modelId="{917A7BD5-F563-F04F-B0F4-12B838AA722F}" type="presParOf" srcId="{CE2066D3-334C-3E4A-84AB-65E8F9644F80}" destId="{8E1E8F4E-8D00-144C-9A39-11FACD319AD3}" srcOrd="0" destOrd="0" presId="urn:microsoft.com/office/officeart/2016/7/layout/VerticalDownArrowProcess"/>
    <dgm:cxn modelId="{36B37ECE-857A-F840-9D28-EF76711A6C0F}" type="presParOf" srcId="{CE2066D3-334C-3E4A-84AB-65E8F9644F80}" destId="{1E4431FD-DECA-F24B-9F2F-5D2BC92AA3FC}" srcOrd="1" destOrd="0" presId="urn:microsoft.com/office/officeart/2016/7/layout/VerticalDownArrowProcess"/>
    <dgm:cxn modelId="{CE905D46-0AD0-4340-A5CE-9BE02172BE66}" type="presParOf" srcId="{CE2066D3-334C-3E4A-84AB-65E8F9644F80}" destId="{3CFBCF28-346A-7E40-B1B5-CB45672FF22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FBE33A-55ED-4AC3-9500-AD65DC1637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2C02A4-AD53-4F10-9379-320FBFA0240C}">
      <dgm:prSet/>
      <dgm:spPr/>
      <dgm:t>
        <a:bodyPr/>
        <a:lstStyle/>
        <a:p>
          <a:r>
            <a:rPr lang="en-US" b="0" i="0"/>
            <a:t>Hardware sizing and GPU selection</a:t>
          </a:r>
          <a:endParaRPr lang="en-US"/>
        </a:p>
      </dgm:t>
    </dgm:pt>
    <dgm:pt modelId="{326656EB-E4D1-4B0C-84A1-59C35477132C}" type="parTrans" cxnId="{14A22A61-BAFB-4603-861E-875A86ED21D7}">
      <dgm:prSet/>
      <dgm:spPr/>
      <dgm:t>
        <a:bodyPr/>
        <a:lstStyle/>
        <a:p>
          <a:endParaRPr lang="en-US"/>
        </a:p>
      </dgm:t>
    </dgm:pt>
    <dgm:pt modelId="{35760481-235F-4F4A-88C8-E6CA935395AD}" type="sibTrans" cxnId="{14A22A61-BAFB-4603-861E-875A86ED21D7}">
      <dgm:prSet/>
      <dgm:spPr/>
      <dgm:t>
        <a:bodyPr/>
        <a:lstStyle/>
        <a:p>
          <a:endParaRPr lang="en-US"/>
        </a:p>
      </dgm:t>
    </dgm:pt>
    <dgm:pt modelId="{5E43BAA6-65F0-4036-85A0-4E46D773B8E6}">
      <dgm:prSet/>
      <dgm:spPr/>
      <dgm:t>
        <a:bodyPr/>
        <a:lstStyle/>
        <a:p>
          <a:r>
            <a:rPr lang="en-US" b="0" i="0"/>
            <a:t>Scaling strategies</a:t>
          </a:r>
          <a:endParaRPr lang="en-US"/>
        </a:p>
      </dgm:t>
    </dgm:pt>
    <dgm:pt modelId="{86C71F15-FBF5-43D6-96CF-DFBC50B67EFA}" type="parTrans" cxnId="{E51DF4A9-AEF6-46F1-A01B-9F0C8E22328A}">
      <dgm:prSet/>
      <dgm:spPr/>
      <dgm:t>
        <a:bodyPr/>
        <a:lstStyle/>
        <a:p>
          <a:endParaRPr lang="en-US"/>
        </a:p>
      </dgm:t>
    </dgm:pt>
    <dgm:pt modelId="{018C3110-4CEB-4D7E-9DF8-0AEAB52BD4F8}" type="sibTrans" cxnId="{E51DF4A9-AEF6-46F1-A01B-9F0C8E22328A}">
      <dgm:prSet/>
      <dgm:spPr/>
      <dgm:t>
        <a:bodyPr/>
        <a:lstStyle/>
        <a:p>
          <a:endParaRPr lang="en-US"/>
        </a:p>
      </dgm:t>
    </dgm:pt>
    <dgm:pt modelId="{73CE0BD7-9BC0-4104-9F2F-F6F42F1317AA}">
      <dgm:prSet/>
      <dgm:spPr/>
      <dgm:t>
        <a:bodyPr/>
        <a:lstStyle/>
        <a:p>
          <a:r>
            <a:rPr lang="en-US" b="0" i="0"/>
            <a:t>Upgrade and patching process</a:t>
          </a:r>
          <a:endParaRPr lang="en-US"/>
        </a:p>
      </dgm:t>
    </dgm:pt>
    <dgm:pt modelId="{A3865E97-54AA-4847-A8FD-60AF6369CC96}" type="parTrans" cxnId="{96D9CA94-F776-45A8-BD5F-67910CCE279A}">
      <dgm:prSet/>
      <dgm:spPr/>
      <dgm:t>
        <a:bodyPr/>
        <a:lstStyle/>
        <a:p>
          <a:endParaRPr lang="en-US"/>
        </a:p>
      </dgm:t>
    </dgm:pt>
    <dgm:pt modelId="{0E8E264D-7C8D-4084-9A45-038B0FBA1376}" type="sibTrans" cxnId="{96D9CA94-F776-45A8-BD5F-67910CCE279A}">
      <dgm:prSet/>
      <dgm:spPr/>
      <dgm:t>
        <a:bodyPr/>
        <a:lstStyle/>
        <a:p>
          <a:endParaRPr lang="en-US"/>
        </a:p>
      </dgm:t>
    </dgm:pt>
    <dgm:pt modelId="{E438C3F1-A2A4-47B8-86A3-5DABF60C6C6D}">
      <dgm:prSet/>
      <dgm:spPr/>
      <dgm:t>
        <a:bodyPr/>
        <a:lstStyle/>
        <a:p>
          <a:r>
            <a:rPr lang="en-US" b="0" i="0"/>
            <a:t>Backup and recovery</a:t>
          </a:r>
          <a:endParaRPr lang="en-US"/>
        </a:p>
      </dgm:t>
    </dgm:pt>
    <dgm:pt modelId="{CBFFA2B5-8CF5-4B8C-929B-1960D676D69C}" type="parTrans" cxnId="{CFB0FA82-F0F1-4AB4-B4FB-E5D00B5EF485}">
      <dgm:prSet/>
      <dgm:spPr/>
      <dgm:t>
        <a:bodyPr/>
        <a:lstStyle/>
        <a:p>
          <a:endParaRPr lang="en-US"/>
        </a:p>
      </dgm:t>
    </dgm:pt>
    <dgm:pt modelId="{AD443209-7BB5-4578-A7E1-04D359E3D45A}" type="sibTrans" cxnId="{CFB0FA82-F0F1-4AB4-B4FB-E5D00B5EF485}">
      <dgm:prSet/>
      <dgm:spPr/>
      <dgm:t>
        <a:bodyPr/>
        <a:lstStyle/>
        <a:p>
          <a:endParaRPr lang="en-US"/>
        </a:p>
      </dgm:t>
    </dgm:pt>
    <dgm:pt modelId="{8E674362-21BF-4717-8F12-66D832EEAAC7}" type="pres">
      <dgm:prSet presAssocID="{A5FBE33A-55ED-4AC3-9500-AD65DC163725}" presName="root" presStyleCnt="0">
        <dgm:presLayoutVars>
          <dgm:dir/>
          <dgm:resizeHandles val="exact"/>
        </dgm:presLayoutVars>
      </dgm:prSet>
      <dgm:spPr/>
    </dgm:pt>
    <dgm:pt modelId="{468D2C83-D484-46A9-ACD8-7AD77A38ADDE}" type="pres">
      <dgm:prSet presAssocID="{BA2C02A4-AD53-4F10-9379-320FBFA0240C}" presName="compNode" presStyleCnt="0"/>
      <dgm:spPr/>
    </dgm:pt>
    <dgm:pt modelId="{4DBBA1C2-466B-440A-8879-0C8E5D2FAA9A}" type="pres">
      <dgm:prSet presAssocID="{BA2C02A4-AD53-4F10-9379-320FBFA0240C}" presName="bgRect" presStyleLbl="bgShp" presStyleIdx="0" presStyleCnt="4"/>
      <dgm:spPr/>
    </dgm:pt>
    <dgm:pt modelId="{42C88641-FF25-4F12-9FFB-D4BB55029FD0}" type="pres">
      <dgm:prSet presAssocID="{BA2C02A4-AD53-4F10-9379-320FBFA024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610FF5F-ADF5-433A-920B-E3958CC7566C}" type="pres">
      <dgm:prSet presAssocID="{BA2C02A4-AD53-4F10-9379-320FBFA0240C}" presName="spaceRect" presStyleCnt="0"/>
      <dgm:spPr/>
    </dgm:pt>
    <dgm:pt modelId="{0F282D79-2291-4F48-9E38-7EBAA7676B04}" type="pres">
      <dgm:prSet presAssocID="{BA2C02A4-AD53-4F10-9379-320FBFA0240C}" presName="parTx" presStyleLbl="revTx" presStyleIdx="0" presStyleCnt="4">
        <dgm:presLayoutVars>
          <dgm:chMax val="0"/>
          <dgm:chPref val="0"/>
        </dgm:presLayoutVars>
      </dgm:prSet>
      <dgm:spPr/>
    </dgm:pt>
    <dgm:pt modelId="{0708AB37-9EAE-4060-82A1-183714BC334D}" type="pres">
      <dgm:prSet presAssocID="{35760481-235F-4F4A-88C8-E6CA935395AD}" presName="sibTrans" presStyleCnt="0"/>
      <dgm:spPr/>
    </dgm:pt>
    <dgm:pt modelId="{EA24A8E0-35AC-469A-AA9D-A3DB377E267D}" type="pres">
      <dgm:prSet presAssocID="{5E43BAA6-65F0-4036-85A0-4E46D773B8E6}" presName="compNode" presStyleCnt="0"/>
      <dgm:spPr/>
    </dgm:pt>
    <dgm:pt modelId="{F4CDBBB7-C61C-4079-B3A8-B15E1EBD5299}" type="pres">
      <dgm:prSet presAssocID="{5E43BAA6-65F0-4036-85A0-4E46D773B8E6}" presName="bgRect" presStyleLbl="bgShp" presStyleIdx="1" presStyleCnt="4"/>
      <dgm:spPr/>
    </dgm:pt>
    <dgm:pt modelId="{5FC2C162-F45B-45AA-97E0-718E5D74E050}" type="pres">
      <dgm:prSet presAssocID="{5E43BAA6-65F0-4036-85A0-4E46D773B8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64BEFEC-F53E-4FB5-A8C8-ACBCC0481A82}" type="pres">
      <dgm:prSet presAssocID="{5E43BAA6-65F0-4036-85A0-4E46D773B8E6}" presName="spaceRect" presStyleCnt="0"/>
      <dgm:spPr/>
    </dgm:pt>
    <dgm:pt modelId="{5A6B0559-DA44-4A20-86B4-B8DDBB1062A2}" type="pres">
      <dgm:prSet presAssocID="{5E43BAA6-65F0-4036-85A0-4E46D773B8E6}" presName="parTx" presStyleLbl="revTx" presStyleIdx="1" presStyleCnt="4">
        <dgm:presLayoutVars>
          <dgm:chMax val="0"/>
          <dgm:chPref val="0"/>
        </dgm:presLayoutVars>
      </dgm:prSet>
      <dgm:spPr/>
    </dgm:pt>
    <dgm:pt modelId="{19B33757-391C-4BE7-9960-7F78288D6A00}" type="pres">
      <dgm:prSet presAssocID="{018C3110-4CEB-4D7E-9DF8-0AEAB52BD4F8}" presName="sibTrans" presStyleCnt="0"/>
      <dgm:spPr/>
    </dgm:pt>
    <dgm:pt modelId="{8CE2F102-F4A7-4A40-B1FF-96F0954CCFE7}" type="pres">
      <dgm:prSet presAssocID="{73CE0BD7-9BC0-4104-9F2F-F6F42F1317AA}" presName="compNode" presStyleCnt="0"/>
      <dgm:spPr/>
    </dgm:pt>
    <dgm:pt modelId="{B620DA74-FF79-4CB1-9E62-08810A8BBCA0}" type="pres">
      <dgm:prSet presAssocID="{73CE0BD7-9BC0-4104-9F2F-F6F42F1317AA}" presName="bgRect" presStyleLbl="bgShp" presStyleIdx="2" presStyleCnt="4"/>
      <dgm:spPr/>
    </dgm:pt>
    <dgm:pt modelId="{DD8D9FAE-9DBC-45EA-86D4-F943C202880C}" type="pres">
      <dgm:prSet presAssocID="{73CE0BD7-9BC0-4104-9F2F-F6F42F1317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A670CBF-852F-49A8-B5AA-93968EB7FE11}" type="pres">
      <dgm:prSet presAssocID="{73CE0BD7-9BC0-4104-9F2F-F6F42F1317AA}" presName="spaceRect" presStyleCnt="0"/>
      <dgm:spPr/>
    </dgm:pt>
    <dgm:pt modelId="{0BB42D6E-40C1-4175-B349-FCD54FBB32AF}" type="pres">
      <dgm:prSet presAssocID="{73CE0BD7-9BC0-4104-9F2F-F6F42F1317AA}" presName="parTx" presStyleLbl="revTx" presStyleIdx="2" presStyleCnt="4">
        <dgm:presLayoutVars>
          <dgm:chMax val="0"/>
          <dgm:chPref val="0"/>
        </dgm:presLayoutVars>
      </dgm:prSet>
      <dgm:spPr/>
    </dgm:pt>
    <dgm:pt modelId="{2296B746-9F33-44D5-ACC9-C62667C5E2DE}" type="pres">
      <dgm:prSet presAssocID="{0E8E264D-7C8D-4084-9A45-038B0FBA1376}" presName="sibTrans" presStyleCnt="0"/>
      <dgm:spPr/>
    </dgm:pt>
    <dgm:pt modelId="{F2D40583-4DA5-49DB-97A5-C1DFC348E016}" type="pres">
      <dgm:prSet presAssocID="{E438C3F1-A2A4-47B8-86A3-5DABF60C6C6D}" presName="compNode" presStyleCnt="0"/>
      <dgm:spPr/>
    </dgm:pt>
    <dgm:pt modelId="{83C21173-1F04-4333-BB43-0EA6EF56FD1C}" type="pres">
      <dgm:prSet presAssocID="{E438C3F1-A2A4-47B8-86A3-5DABF60C6C6D}" presName="bgRect" presStyleLbl="bgShp" presStyleIdx="3" presStyleCnt="4"/>
      <dgm:spPr/>
    </dgm:pt>
    <dgm:pt modelId="{0FC7A073-B076-4C9A-9286-44CC9B4EE341}" type="pres">
      <dgm:prSet presAssocID="{E438C3F1-A2A4-47B8-86A3-5DABF60C6C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65E71855-0752-4460-B1CB-84CC22CAEDE0}" type="pres">
      <dgm:prSet presAssocID="{E438C3F1-A2A4-47B8-86A3-5DABF60C6C6D}" presName="spaceRect" presStyleCnt="0"/>
      <dgm:spPr/>
    </dgm:pt>
    <dgm:pt modelId="{E32839A9-7488-4E36-99AD-33FF9B7F4D01}" type="pres">
      <dgm:prSet presAssocID="{E438C3F1-A2A4-47B8-86A3-5DABF60C6C6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8EC3622-CDA8-4400-9CF2-35F157E76593}" type="presOf" srcId="{E438C3F1-A2A4-47B8-86A3-5DABF60C6C6D}" destId="{E32839A9-7488-4E36-99AD-33FF9B7F4D01}" srcOrd="0" destOrd="0" presId="urn:microsoft.com/office/officeart/2018/2/layout/IconVerticalSolidList"/>
    <dgm:cxn modelId="{68E4EC58-D976-4E22-9F4B-3E55D5DBED4E}" type="presOf" srcId="{A5FBE33A-55ED-4AC3-9500-AD65DC163725}" destId="{8E674362-21BF-4717-8F12-66D832EEAAC7}" srcOrd="0" destOrd="0" presId="urn:microsoft.com/office/officeart/2018/2/layout/IconVerticalSolidList"/>
    <dgm:cxn modelId="{1A3E4F5D-4628-441A-B626-2E2452497507}" type="presOf" srcId="{73CE0BD7-9BC0-4104-9F2F-F6F42F1317AA}" destId="{0BB42D6E-40C1-4175-B349-FCD54FBB32AF}" srcOrd="0" destOrd="0" presId="urn:microsoft.com/office/officeart/2018/2/layout/IconVerticalSolidList"/>
    <dgm:cxn modelId="{14A22A61-BAFB-4603-861E-875A86ED21D7}" srcId="{A5FBE33A-55ED-4AC3-9500-AD65DC163725}" destId="{BA2C02A4-AD53-4F10-9379-320FBFA0240C}" srcOrd="0" destOrd="0" parTransId="{326656EB-E4D1-4B0C-84A1-59C35477132C}" sibTransId="{35760481-235F-4F4A-88C8-E6CA935395AD}"/>
    <dgm:cxn modelId="{B9DAB46A-245E-4CE6-977F-4964C09E1BDC}" type="presOf" srcId="{BA2C02A4-AD53-4F10-9379-320FBFA0240C}" destId="{0F282D79-2291-4F48-9E38-7EBAA7676B04}" srcOrd="0" destOrd="0" presId="urn:microsoft.com/office/officeart/2018/2/layout/IconVerticalSolidList"/>
    <dgm:cxn modelId="{CFB0FA82-F0F1-4AB4-B4FB-E5D00B5EF485}" srcId="{A5FBE33A-55ED-4AC3-9500-AD65DC163725}" destId="{E438C3F1-A2A4-47B8-86A3-5DABF60C6C6D}" srcOrd="3" destOrd="0" parTransId="{CBFFA2B5-8CF5-4B8C-929B-1960D676D69C}" sibTransId="{AD443209-7BB5-4578-A7E1-04D359E3D45A}"/>
    <dgm:cxn modelId="{96D9CA94-F776-45A8-BD5F-67910CCE279A}" srcId="{A5FBE33A-55ED-4AC3-9500-AD65DC163725}" destId="{73CE0BD7-9BC0-4104-9F2F-F6F42F1317AA}" srcOrd="2" destOrd="0" parTransId="{A3865E97-54AA-4847-A8FD-60AF6369CC96}" sibTransId="{0E8E264D-7C8D-4084-9A45-038B0FBA1376}"/>
    <dgm:cxn modelId="{E51DF4A9-AEF6-46F1-A01B-9F0C8E22328A}" srcId="{A5FBE33A-55ED-4AC3-9500-AD65DC163725}" destId="{5E43BAA6-65F0-4036-85A0-4E46D773B8E6}" srcOrd="1" destOrd="0" parTransId="{86C71F15-FBF5-43D6-96CF-DFBC50B67EFA}" sibTransId="{018C3110-4CEB-4D7E-9DF8-0AEAB52BD4F8}"/>
    <dgm:cxn modelId="{8CC59EF8-5513-4C2D-8BF5-0D8C88BA97E5}" type="presOf" srcId="{5E43BAA6-65F0-4036-85A0-4E46D773B8E6}" destId="{5A6B0559-DA44-4A20-86B4-B8DDBB1062A2}" srcOrd="0" destOrd="0" presId="urn:microsoft.com/office/officeart/2018/2/layout/IconVerticalSolidList"/>
    <dgm:cxn modelId="{E1C23150-6174-46C2-AFA8-0B3B8D56BA3D}" type="presParOf" srcId="{8E674362-21BF-4717-8F12-66D832EEAAC7}" destId="{468D2C83-D484-46A9-ACD8-7AD77A38ADDE}" srcOrd="0" destOrd="0" presId="urn:microsoft.com/office/officeart/2018/2/layout/IconVerticalSolidList"/>
    <dgm:cxn modelId="{D01F416B-9571-48F6-A291-8B4C2B9E3901}" type="presParOf" srcId="{468D2C83-D484-46A9-ACD8-7AD77A38ADDE}" destId="{4DBBA1C2-466B-440A-8879-0C8E5D2FAA9A}" srcOrd="0" destOrd="0" presId="urn:microsoft.com/office/officeart/2018/2/layout/IconVerticalSolidList"/>
    <dgm:cxn modelId="{BD7F4BE6-5220-4257-B913-60B9D417CDBC}" type="presParOf" srcId="{468D2C83-D484-46A9-ACD8-7AD77A38ADDE}" destId="{42C88641-FF25-4F12-9FFB-D4BB55029FD0}" srcOrd="1" destOrd="0" presId="urn:microsoft.com/office/officeart/2018/2/layout/IconVerticalSolidList"/>
    <dgm:cxn modelId="{3BF61FE8-F9DE-40A3-92F4-C7D500ACBFA8}" type="presParOf" srcId="{468D2C83-D484-46A9-ACD8-7AD77A38ADDE}" destId="{9610FF5F-ADF5-433A-920B-E3958CC7566C}" srcOrd="2" destOrd="0" presId="urn:microsoft.com/office/officeart/2018/2/layout/IconVerticalSolidList"/>
    <dgm:cxn modelId="{156B404B-1BE9-4C6A-BECD-0CFC26D5C9C6}" type="presParOf" srcId="{468D2C83-D484-46A9-ACD8-7AD77A38ADDE}" destId="{0F282D79-2291-4F48-9E38-7EBAA7676B04}" srcOrd="3" destOrd="0" presId="urn:microsoft.com/office/officeart/2018/2/layout/IconVerticalSolidList"/>
    <dgm:cxn modelId="{20C0E585-B919-4B90-9F1C-0004AA24BD17}" type="presParOf" srcId="{8E674362-21BF-4717-8F12-66D832EEAAC7}" destId="{0708AB37-9EAE-4060-82A1-183714BC334D}" srcOrd="1" destOrd="0" presId="urn:microsoft.com/office/officeart/2018/2/layout/IconVerticalSolidList"/>
    <dgm:cxn modelId="{B5EFA782-D64A-44F8-9EEE-E1D2232C3E2A}" type="presParOf" srcId="{8E674362-21BF-4717-8F12-66D832EEAAC7}" destId="{EA24A8E0-35AC-469A-AA9D-A3DB377E267D}" srcOrd="2" destOrd="0" presId="urn:microsoft.com/office/officeart/2018/2/layout/IconVerticalSolidList"/>
    <dgm:cxn modelId="{2C81A5A7-5E51-4C3B-ACFE-CD19A57C78D8}" type="presParOf" srcId="{EA24A8E0-35AC-469A-AA9D-A3DB377E267D}" destId="{F4CDBBB7-C61C-4079-B3A8-B15E1EBD5299}" srcOrd="0" destOrd="0" presId="urn:microsoft.com/office/officeart/2018/2/layout/IconVerticalSolidList"/>
    <dgm:cxn modelId="{4923AF1E-263D-4CE7-9420-AE873B7D2F11}" type="presParOf" srcId="{EA24A8E0-35AC-469A-AA9D-A3DB377E267D}" destId="{5FC2C162-F45B-45AA-97E0-718E5D74E050}" srcOrd="1" destOrd="0" presId="urn:microsoft.com/office/officeart/2018/2/layout/IconVerticalSolidList"/>
    <dgm:cxn modelId="{F875636F-7549-4C30-8287-C5BC592E2FF7}" type="presParOf" srcId="{EA24A8E0-35AC-469A-AA9D-A3DB377E267D}" destId="{F64BEFEC-F53E-4FB5-A8C8-ACBCC0481A82}" srcOrd="2" destOrd="0" presId="urn:microsoft.com/office/officeart/2018/2/layout/IconVerticalSolidList"/>
    <dgm:cxn modelId="{BF126BBE-EC24-4010-B472-83D6A651C141}" type="presParOf" srcId="{EA24A8E0-35AC-469A-AA9D-A3DB377E267D}" destId="{5A6B0559-DA44-4A20-86B4-B8DDBB1062A2}" srcOrd="3" destOrd="0" presId="urn:microsoft.com/office/officeart/2018/2/layout/IconVerticalSolidList"/>
    <dgm:cxn modelId="{FCB16FCC-DBBE-4FF8-8C0A-28DA2CFD60F9}" type="presParOf" srcId="{8E674362-21BF-4717-8F12-66D832EEAAC7}" destId="{19B33757-391C-4BE7-9960-7F78288D6A00}" srcOrd="3" destOrd="0" presId="urn:microsoft.com/office/officeart/2018/2/layout/IconVerticalSolidList"/>
    <dgm:cxn modelId="{3BD23A63-B036-4600-B9B7-2AC529871FB7}" type="presParOf" srcId="{8E674362-21BF-4717-8F12-66D832EEAAC7}" destId="{8CE2F102-F4A7-4A40-B1FF-96F0954CCFE7}" srcOrd="4" destOrd="0" presId="urn:microsoft.com/office/officeart/2018/2/layout/IconVerticalSolidList"/>
    <dgm:cxn modelId="{E6200FF9-1A14-454F-8AC2-5FDA80842999}" type="presParOf" srcId="{8CE2F102-F4A7-4A40-B1FF-96F0954CCFE7}" destId="{B620DA74-FF79-4CB1-9E62-08810A8BBCA0}" srcOrd="0" destOrd="0" presId="urn:microsoft.com/office/officeart/2018/2/layout/IconVerticalSolidList"/>
    <dgm:cxn modelId="{27F0B941-8723-4F32-BA01-E174809AA379}" type="presParOf" srcId="{8CE2F102-F4A7-4A40-B1FF-96F0954CCFE7}" destId="{DD8D9FAE-9DBC-45EA-86D4-F943C202880C}" srcOrd="1" destOrd="0" presId="urn:microsoft.com/office/officeart/2018/2/layout/IconVerticalSolidList"/>
    <dgm:cxn modelId="{7FABF03C-A88A-4188-8983-9F56DD4B7806}" type="presParOf" srcId="{8CE2F102-F4A7-4A40-B1FF-96F0954CCFE7}" destId="{9A670CBF-852F-49A8-B5AA-93968EB7FE11}" srcOrd="2" destOrd="0" presId="urn:microsoft.com/office/officeart/2018/2/layout/IconVerticalSolidList"/>
    <dgm:cxn modelId="{E698AF49-9DBF-4428-89E1-20C1C706229B}" type="presParOf" srcId="{8CE2F102-F4A7-4A40-B1FF-96F0954CCFE7}" destId="{0BB42D6E-40C1-4175-B349-FCD54FBB32AF}" srcOrd="3" destOrd="0" presId="urn:microsoft.com/office/officeart/2018/2/layout/IconVerticalSolidList"/>
    <dgm:cxn modelId="{F4B63684-F2C3-4C86-B64C-9BD2F6932612}" type="presParOf" srcId="{8E674362-21BF-4717-8F12-66D832EEAAC7}" destId="{2296B746-9F33-44D5-ACC9-C62667C5E2DE}" srcOrd="5" destOrd="0" presId="urn:microsoft.com/office/officeart/2018/2/layout/IconVerticalSolidList"/>
    <dgm:cxn modelId="{CD96CD61-F44E-45F3-A0FE-4E8426E1079B}" type="presParOf" srcId="{8E674362-21BF-4717-8F12-66D832EEAAC7}" destId="{F2D40583-4DA5-49DB-97A5-C1DFC348E016}" srcOrd="6" destOrd="0" presId="urn:microsoft.com/office/officeart/2018/2/layout/IconVerticalSolidList"/>
    <dgm:cxn modelId="{6432456F-2477-4C89-80AF-EEE97224B585}" type="presParOf" srcId="{F2D40583-4DA5-49DB-97A5-C1DFC348E016}" destId="{83C21173-1F04-4333-BB43-0EA6EF56FD1C}" srcOrd="0" destOrd="0" presId="urn:microsoft.com/office/officeart/2018/2/layout/IconVerticalSolidList"/>
    <dgm:cxn modelId="{1FA3ECB7-C678-4D16-964E-91E669CF8AE4}" type="presParOf" srcId="{F2D40583-4DA5-49DB-97A5-C1DFC348E016}" destId="{0FC7A073-B076-4C9A-9286-44CC9B4EE341}" srcOrd="1" destOrd="0" presId="urn:microsoft.com/office/officeart/2018/2/layout/IconVerticalSolidList"/>
    <dgm:cxn modelId="{7F27C6DC-992B-43FD-8982-46B14F3073F9}" type="presParOf" srcId="{F2D40583-4DA5-49DB-97A5-C1DFC348E016}" destId="{65E71855-0752-4460-B1CB-84CC22CAEDE0}" srcOrd="2" destOrd="0" presId="urn:microsoft.com/office/officeart/2018/2/layout/IconVerticalSolidList"/>
    <dgm:cxn modelId="{D6C587BB-0268-4249-8760-537BC7BE7D65}" type="presParOf" srcId="{F2D40583-4DA5-49DB-97A5-C1DFC348E016}" destId="{E32839A9-7488-4E36-99AD-33FF9B7F4D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4DB7C2-77D1-4618-B4EA-1C7C9BB42CC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6FF7D6-0C32-4D44-AC33-AAD7BB0FB32F}">
      <dgm:prSet/>
      <dgm:spPr/>
      <dgm:t>
        <a:bodyPr/>
        <a:lstStyle/>
        <a:p>
          <a:r>
            <a:rPr lang="en-US" b="0" i="0"/>
            <a:t>Identify target use case</a:t>
          </a:r>
          <a:endParaRPr lang="en-US"/>
        </a:p>
      </dgm:t>
    </dgm:pt>
    <dgm:pt modelId="{0554496A-FF81-4C00-85F3-A02FB2447CA4}" type="parTrans" cxnId="{25DF9ECC-7E44-4C59-BBBE-A4E204EC0EA4}">
      <dgm:prSet/>
      <dgm:spPr/>
      <dgm:t>
        <a:bodyPr/>
        <a:lstStyle/>
        <a:p>
          <a:endParaRPr lang="en-US"/>
        </a:p>
      </dgm:t>
    </dgm:pt>
    <dgm:pt modelId="{D802A6CB-AA30-41CA-A634-E8095EAE6C1F}" type="sibTrans" cxnId="{25DF9ECC-7E44-4C59-BBBE-A4E204EC0EA4}">
      <dgm:prSet/>
      <dgm:spPr/>
      <dgm:t>
        <a:bodyPr/>
        <a:lstStyle/>
        <a:p>
          <a:endParaRPr lang="en-US"/>
        </a:p>
      </dgm:t>
    </dgm:pt>
    <dgm:pt modelId="{421A7E6B-DB82-432A-93F4-99E60443CB29}">
      <dgm:prSet/>
      <dgm:spPr/>
      <dgm:t>
        <a:bodyPr/>
        <a:lstStyle/>
        <a:p>
          <a:r>
            <a:rPr lang="en-US" b="0" i="0"/>
            <a:t>Select hardware and runtime</a:t>
          </a:r>
          <a:endParaRPr lang="en-US"/>
        </a:p>
      </dgm:t>
    </dgm:pt>
    <dgm:pt modelId="{D22EDE6E-A169-46ED-AA5D-8E62776B984C}" type="parTrans" cxnId="{A9697422-4A17-4D20-B21D-F4BA4C15AD6A}">
      <dgm:prSet/>
      <dgm:spPr/>
      <dgm:t>
        <a:bodyPr/>
        <a:lstStyle/>
        <a:p>
          <a:endParaRPr lang="en-US"/>
        </a:p>
      </dgm:t>
    </dgm:pt>
    <dgm:pt modelId="{E8318B8C-126C-4529-AB31-CF81C7C955FF}" type="sibTrans" cxnId="{A9697422-4A17-4D20-B21D-F4BA4C15AD6A}">
      <dgm:prSet/>
      <dgm:spPr/>
      <dgm:t>
        <a:bodyPr/>
        <a:lstStyle/>
        <a:p>
          <a:endParaRPr lang="en-US"/>
        </a:p>
      </dgm:t>
    </dgm:pt>
    <dgm:pt modelId="{036256C1-CB1A-48FA-8BF7-E1BA8C749BF7}">
      <dgm:prSet/>
      <dgm:spPr/>
      <dgm:t>
        <a:bodyPr/>
        <a:lstStyle/>
        <a:p>
          <a:r>
            <a:rPr lang="en-US" b="0" i="0"/>
            <a:t>Deploy AI Foundry Local</a:t>
          </a:r>
          <a:endParaRPr lang="en-US"/>
        </a:p>
      </dgm:t>
    </dgm:pt>
    <dgm:pt modelId="{D82E6282-0DBB-460C-98E4-42F061F2B940}" type="parTrans" cxnId="{E6D70A18-CC3A-4078-A03D-5B3910A2D338}">
      <dgm:prSet/>
      <dgm:spPr/>
      <dgm:t>
        <a:bodyPr/>
        <a:lstStyle/>
        <a:p>
          <a:endParaRPr lang="en-US"/>
        </a:p>
      </dgm:t>
    </dgm:pt>
    <dgm:pt modelId="{34600D0E-67EE-4508-94F0-6F6E44C26C08}" type="sibTrans" cxnId="{E6D70A18-CC3A-4078-A03D-5B3910A2D338}">
      <dgm:prSet/>
      <dgm:spPr/>
      <dgm:t>
        <a:bodyPr/>
        <a:lstStyle/>
        <a:p>
          <a:endParaRPr lang="en-US"/>
        </a:p>
      </dgm:t>
    </dgm:pt>
    <dgm:pt modelId="{84565651-CB3C-479F-8659-B17D825B4A9F}">
      <dgm:prSet/>
      <dgm:spPr/>
      <dgm:t>
        <a:bodyPr/>
        <a:lstStyle/>
        <a:p>
          <a:r>
            <a:rPr lang="en-US" b="0" i="0"/>
            <a:t>Pilot with a small team</a:t>
          </a:r>
          <a:endParaRPr lang="en-US"/>
        </a:p>
      </dgm:t>
    </dgm:pt>
    <dgm:pt modelId="{DF4ACE19-96C9-435C-A71D-8CEBC72E135D}" type="parTrans" cxnId="{6E5EE224-B79B-4CCB-9BF8-1800AB1681E7}">
      <dgm:prSet/>
      <dgm:spPr/>
      <dgm:t>
        <a:bodyPr/>
        <a:lstStyle/>
        <a:p>
          <a:endParaRPr lang="en-US"/>
        </a:p>
      </dgm:t>
    </dgm:pt>
    <dgm:pt modelId="{7CA8A49C-E937-4DFA-AB81-4420F1872CF0}" type="sibTrans" cxnId="{6E5EE224-B79B-4CCB-9BF8-1800AB1681E7}">
      <dgm:prSet/>
      <dgm:spPr/>
      <dgm:t>
        <a:bodyPr/>
        <a:lstStyle/>
        <a:p>
          <a:endParaRPr lang="en-US"/>
        </a:p>
      </dgm:t>
    </dgm:pt>
    <dgm:pt modelId="{8CE442CD-AED3-4AB4-8041-FC397CDF179E}">
      <dgm:prSet/>
      <dgm:spPr/>
      <dgm:t>
        <a:bodyPr/>
        <a:lstStyle/>
        <a:p>
          <a:r>
            <a:rPr lang="en-US" b="0" i="0"/>
            <a:t>Iterate and scale</a:t>
          </a:r>
          <a:endParaRPr lang="en-US"/>
        </a:p>
      </dgm:t>
    </dgm:pt>
    <dgm:pt modelId="{6FF291A5-FB85-4505-AF60-4B6968701B65}" type="parTrans" cxnId="{29B8CAE8-46DB-4044-858D-C1293FF7DD96}">
      <dgm:prSet/>
      <dgm:spPr/>
      <dgm:t>
        <a:bodyPr/>
        <a:lstStyle/>
        <a:p>
          <a:endParaRPr lang="en-US"/>
        </a:p>
      </dgm:t>
    </dgm:pt>
    <dgm:pt modelId="{B0C569F5-70FB-4FA0-A9C3-922D8D81268B}" type="sibTrans" cxnId="{29B8CAE8-46DB-4044-858D-C1293FF7DD96}">
      <dgm:prSet/>
      <dgm:spPr/>
      <dgm:t>
        <a:bodyPr/>
        <a:lstStyle/>
        <a:p>
          <a:endParaRPr lang="en-US"/>
        </a:p>
      </dgm:t>
    </dgm:pt>
    <dgm:pt modelId="{B0F01FC3-DB16-D44D-9B2F-F5FB11424235}" type="pres">
      <dgm:prSet presAssocID="{1F4DB7C2-77D1-4618-B4EA-1C7C9BB42CCC}" presName="Name0" presStyleCnt="0">
        <dgm:presLayoutVars>
          <dgm:dir/>
          <dgm:resizeHandles val="exact"/>
        </dgm:presLayoutVars>
      </dgm:prSet>
      <dgm:spPr/>
    </dgm:pt>
    <dgm:pt modelId="{63BAC4DF-788A-3040-8975-673C4D0179E0}" type="pres">
      <dgm:prSet presAssocID="{386FF7D6-0C32-4D44-AC33-AAD7BB0FB32F}" presName="node" presStyleLbl="node1" presStyleIdx="0" presStyleCnt="5">
        <dgm:presLayoutVars>
          <dgm:bulletEnabled val="1"/>
        </dgm:presLayoutVars>
      </dgm:prSet>
      <dgm:spPr/>
    </dgm:pt>
    <dgm:pt modelId="{3E61CD12-DEEC-B64A-9626-20E91A842EAC}" type="pres">
      <dgm:prSet presAssocID="{D802A6CB-AA30-41CA-A634-E8095EAE6C1F}" presName="sibTrans" presStyleLbl="sibTrans1D1" presStyleIdx="0" presStyleCnt="4"/>
      <dgm:spPr/>
    </dgm:pt>
    <dgm:pt modelId="{F3B58701-2FC4-4B4C-92B0-E42ADEC73654}" type="pres">
      <dgm:prSet presAssocID="{D802A6CB-AA30-41CA-A634-E8095EAE6C1F}" presName="connectorText" presStyleLbl="sibTrans1D1" presStyleIdx="0" presStyleCnt="4"/>
      <dgm:spPr/>
    </dgm:pt>
    <dgm:pt modelId="{9F582AB7-5D5A-E141-B226-3A8032654C80}" type="pres">
      <dgm:prSet presAssocID="{421A7E6B-DB82-432A-93F4-99E60443CB29}" presName="node" presStyleLbl="node1" presStyleIdx="1" presStyleCnt="5">
        <dgm:presLayoutVars>
          <dgm:bulletEnabled val="1"/>
        </dgm:presLayoutVars>
      </dgm:prSet>
      <dgm:spPr/>
    </dgm:pt>
    <dgm:pt modelId="{4AF81B11-CAD2-E942-812E-71A9E791D76A}" type="pres">
      <dgm:prSet presAssocID="{E8318B8C-126C-4529-AB31-CF81C7C955FF}" presName="sibTrans" presStyleLbl="sibTrans1D1" presStyleIdx="1" presStyleCnt="4"/>
      <dgm:spPr/>
    </dgm:pt>
    <dgm:pt modelId="{A073C656-DD0C-A646-B149-921662CE7612}" type="pres">
      <dgm:prSet presAssocID="{E8318B8C-126C-4529-AB31-CF81C7C955FF}" presName="connectorText" presStyleLbl="sibTrans1D1" presStyleIdx="1" presStyleCnt="4"/>
      <dgm:spPr/>
    </dgm:pt>
    <dgm:pt modelId="{E99768A7-99B4-EE4E-A1EA-8653A70EDC67}" type="pres">
      <dgm:prSet presAssocID="{036256C1-CB1A-48FA-8BF7-E1BA8C749BF7}" presName="node" presStyleLbl="node1" presStyleIdx="2" presStyleCnt="5">
        <dgm:presLayoutVars>
          <dgm:bulletEnabled val="1"/>
        </dgm:presLayoutVars>
      </dgm:prSet>
      <dgm:spPr/>
    </dgm:pt>
    <dgm:pt modelId="{177FD781-9FA0-1B4C-9918-1B9599E25E0E}" type="pres">
      <dgm:prSet presAssocID="{34600D0E-67EE-4508-94F0-6F6E44C26C08}" presName="sibTrans" presStyleLbl="sibTrans1D1" presStyleIdx="2" presStyleCnt="4"/>
      <dgm:spPr/>
    </dgm:pt>
    <dgm:pt modelId="{98CDA824-6ABA-1247-B15A-05EA56D5452C}" type="pres">
      <dgm:prSet presAssocID="{34600D0E-67EE-4508-94F0-6F6E44C26C08}" presName="connectorText" presStyleLbl="sibTrans1D1" presStyleIdx="2" presStyleCnt="4"/>
      <dgm:spPr/>
    </dgm:pt>
    <dgm:pt modelId="{9DD17F0E-9762-F943-BA15-B6EDCE25169F}" type="pres">
      <dgm:prSet presAssocID="{84565651-CB3C-479F-8659-B17D825B4A9F}" presName="node" presStyleLbl="node1" presStyleIdx="3" presStyleCnt="5">
        <dgm:presLayoutVars>
          <dgm:bulletEnabled val="1"/>
        </dgm:presLayoutVars>
      </dgm:prSet>
      <dgm:spPr/>
    </dgm:pt>
    <dgm:pt modelId="{BEFBAF86-CBD7-304F-BC98-248F160CA414}" type="pres">
      <dgm:prSet presAssocID="{7CA8A49C-E937-4DFA-AB81-4420F1872CF0}" presName="sibTrans" presStyleLbl="sibTrans1D1" presStyleIdx="3" presStyleCnt="4"/>
      <dgm:spPr/>
    </dgm:pt>
    <dgm:pt modelId="{415C1665-31E0-014E-BCF4-4DACD60BC2B6}" type="pres">
      <dgm:prSet presAssocID="{7CA8A49C-E937-4DFA-AB81-4420F1872CF0}" presName="connectorText" presStyleLbl="sibTrans1D1" presStyleIdx="3" presStyleCnt="4"/>
      <dgm:spPr/>
    </dgm:pt>
    <dgm:pt modelId="{AF92327A-DE0D-A143-91B0-BE1E44E02C85}" type="pres">
      <dgm:prSet presAssocID="{8CE442CD-AED3-4AB4-8041-FC397CDF179E}" presName="node" presStyleLbl="node1" presStyleIdx="4" presStyleCnt="5">
        <dgm:presLayoutVars>
          <dgm:bulletEnabled val="1"/>
        </dgm:presLayoutVars>
      </dgm:prSet>
      <dgm:spPr/>
    </dgm:pt>
  </dgm:ptLst>
  <dgm:cxnLst>
    <dgm:cxn modelId="{E6D70A18-CC3A-4078-A03D-5B3910A2D338}" srcId="{1F4DB7C2-77D1-4618-B4EA-1C7C9BB42CCC}" destId="{036256C1-CB1A-48FA-8BF7-E1BA8C749BF7}" srcOrd="2" destOrd="0" parTransId="{D82E6282-0DBB-460C-98E4-42F061F2B940}" sibTransId="{34600D0E-67EE-4508-94F0-6F6E44C26C08}"/>
    <dgm:cxn modelId="{A9697422-4A17-4D20-B21D-F4BA4C15AD6A}" srcId="{1F4DB7C2-77D1-4618-B4EA-1C7C9BB42CCC}" destId="{421A7E6B-DB82-432A-93F4-99E60443CB29}" srcOrd="1" destOrd="0" parTransId="{D22EDE6E-A169-46ED-AA5D-8E62776B984C}" sibTransId="{E8318B8C-126C-4529-AB31-CF81C7C955FF}"/>
    <dgm:cxn modelId="{6E5EE224-B79B-4CCB-9BF8-1800AB1681E7}" srcId="{1F4DB7C2-77D1-4618-B4EA-1C7C9BB42CCC}" destId="{84565651-CB3C-479F-8659-B17D825B4A9F}" srcOrd="3" destOrd="0" parTransId="{DF4ACE19-96C9-435C-A71D-8CEBC72E135D}" sibTransId="{7CA8A49C-E937-4DFA-AB81-4420F1872CF0}"/>
    <dgm:cxn modelId="{02574532-4A57-514B-BCD4-DAA01F8A017F}" type="presOf" srcId="{E8318B8C-126C-4529-AB31-CF81C7C955FF}" destId="{A073C656-DD0C-A646-B149-921662CE7612}" srcOrd="1" destOrd="0" presId="urn:microsoft.com/office/officeart/2016/7/layout/RepeatingBendingProcessNew"/>
    <dgm:cxn modelId="{2993DD33-BF2F-034A-82DE-D1F4FCF97DCD}" type="presOf" srcId="{D802A6CB-AA30-41CA-A634-E8095EAE6C1F}" destId="{F3B58701-2FC4-4B4C-92B0-E42ADEC73654}" srcOrd="1" destOrd="0" presId="urn:microsoft.com/office/officeart/2016/7/layout/RepeatingBendingProcessNew"/>
    <dgm:cxn modelId="{754EFA4F-5A21-B04F-8002-E2061618FE42}" type="presOf" srcId="{1F4DB7C2-77D1-4618-B4EA-1C7C9BB42CCC}" destId="{B0F01FC3-DB16-D44D-9B2F-F5FB11424235}" srcOrd="0" destOrd="0" presId="urn:microsoft.com/office/officeart/2016/7/layout/RepeatingBendingProcessNew"/>
    <dgm:cxn modelId="{3D44ED59-9547-544D-8687-F02C021675A7}" type="presOf" srcId="{E8318B8C-126C-4529-AB31-CF81C7C955FF}" destId="{4AF81B11-CAD2-E942-812E-71A9E791D76A}" srcOrd="0" destOrd="0" presId="urn:microsoft.com/office/officeart/2016/7/layout/RepeatingBendingProcessNew"/>
    <dgm:cxn modelId="{8C2D5663-BE0F-244D-A474-17634315C243}" type="presOf" srcId="{421A7E6B-DB82-432A-93F4-99E60443CB29}" destId="{9F582AB7-5D5A-E141-B226-3A8032654C80}" srcOrd="0" destOrd="0" presId="urn:microsoft.com/office/officeart/2016/7/layout/RepeatingBendingProcessNew"/>
    <dgm:cxn modelId="{4F8FEE63-6FA5-0C4D-B568-2DB74EC3C49F}" type="presOf" srcId="{7CA8A49C-E937-4DFA-AB81-4420F1872CF0}" destId="{415C1665-31E0-014E-BCF4-4DACD60BC2B6}" srcOrd="1" destOrd="0" presId="urn:microsoft.com/office/officeart/2016/7/layout/RepeatingBendingProcessNew"/>
    <dgm:cxn modelId="{6877CB6D-5C62-4646-84AF-5544BF32B8DE}" type="presOf" srcId="{34600D0E-67EE-4508-94F0-6F6E44C26C08}" destId="{98CDA824-6ABA-1247-B15A-05EA56D5452C}" srcOrd="1" destOrd="0" presId="urn:microsoft.com/office/officeart/2016/7/layout/RepeatingBendingProcessNew"/>
    <dgm:cxn modelId="{D05C1C8A-ED87-0348-8E85-7FC8B1F589D5}" type="presOf" srcId="{34600D0E-67EE-4508-94F0-6F6E44C26C08}" destId="{177FD781-9FA0-1B4C-9918-1B9599E25E0E}" srcOrd="0" destOrd="0" presId="urn:microsoft.com/office/officeart/2016/7/layout/RepeatingBendingProcessNew"/>
    <dgm:cxn modelId="{0527F8A5-AB0E-8741-BC89-A3F00F67FC44}" type="presOf" srcId="{386FF7D6-0C32-4D44-AC33-AAD7BB0FB32F}" destId="{63BAC4DF-788A-3040-8975-673C4D0179E0}" srcOrd="0" destOrd="0" presId="urn:microsoft.com/office/officeart/2016/7/layout/RepeatingBendingProcessNew"/>
    <dgm:cxn modelId="{0CAC52C6-AA70-2E49-AF0A-F7BDC4585798}" type="presOf" srcId="{036256C1-CB1A-48FA-8BF7-E1BA8C749BF7}" destId="{E99768A7-99B4-EE4E-A1EA-8653A70EDC67}" srcOrd="0" destOrd="0" presId="urn:microsoft.com/office/officeart/2016/7/layout/RepeatingBendingProcessNew"/>
    <dgm:cxn modelId="{ED3BD3C7-C420-3D4A-B984-8D7471E85013}" type="presOf" srcId="{84565651-CB3C-479F-8659-B17D825B4A9F}" destId="{9DD17F0E-9762-F943-BA15-B6EDCE25169F}" srcOrd="0" destOrd="0" presId="urn:microsoft.com/office/officeart/2016/7/layout/RepeatingBendingProcessNew"/>
    <dgm:cxn modelId="{25DF9ECC-7E44-4C59-BBBE-A4E204EC0EA4}" srcId="{1F4DB7C2-77D1-4618-B4EA-1C7C9BB42CCC}" destId="{386FF7D6-0C32-4D44-AC33-AAD7BB0FB32F}" srcOrd="0" destOrd="0" parTransId="{0554496A-FF81-4C00-85F3-A02FB2447CA4}" sibTransId="{D802A6CB-AA30-41CA-A634-E8095EAE6C1F}"/>
    <dgm:cxn modelId="{308303D9-F748-ED45-B254-A59D366A467E}" type="presOf" srcId="{8CE442CD-AED3-4AB4-8041-FC397CDF179E}" destId="{AF92327A-DE0D-A143-91B0-BE1E44E02C85}" srcOrd="0" destOrd="0" presId="urn:microsoft.com/office/officeart/2016/7/layout/RepeatingBendingProcessNew"/>
    <dgm:cxn modelId="{29B8CAE8-46DB-4044-858D-C1293FF7DD96}" srcId="{1F4DB7C2-77D1-4618-B4EA-1C7C9BB42CCC}" destId="{8CE442CD-AED3-4AB4-8041-FC397CDF179E}" srcOrd="4" destOrd="0" parTransId="{6FF291A5-FB85-4505-AF60-4B6968701B65}" sibTransId="{B0C569F5-70FB-4FA0-A9C3-922D8D81268B}"/>
    <dgm:cxn modelId="{C18D94EC-7366-5E41-ACF9-1FEB54A52187}" type="presOf" srcId="{7CA8A49C-E937-4DFA-AB81-4420F1872CF0}" destId="{BEFBAF86-CBD7-304F-BC98-248F160CA414}" srcOrd="0" destOrd="0" presId="urn:microsoft.com/office/officeart/2016/7/layout/RepeatingBendingProcessNew"/>
    <dgm:cxn modelId="{A1C084FB-9F11-5545-9E49-08EB143FE6D3}" type="presOf" srcId="{D802A6CB-AA30-41CA-A634-E8095EAE6C1F}" destId="{3E61CD12-DEEC-B64A-9626-20E91A842EAC}" srcOrd="0" destOrd="0" presId="urn:microsoft.com/office/officeart/2016/7/layout/RepeatingBendingProcessNew"/>
    <dgm:cxn modelId="{42C3EC4C-1CFB-B443-A1FD-D4EBD11E6108}" type="presParOf" srcId="{B0F01FC3-DB16-D44D-9B2F-F5FB11424235}" destId="{63BAC4DF-788A-3040-8975-673C4D0179E0}" srcOrd="0" destOrd="0" presId="urn:microsoft.com/office/officeart/2016/7/layout/RepeatingBendingProcessNew"/>
    <dgm:cxn modelId="{BE0BA9B8-F8BB-9147-9CA1-70C8330CAD8F}" type="presParOf" srcId="{B0F01FC3-DB16-D44D-9B2F-F5FB11424235}" destId="{3E61CD12-DEEC-B64A-9626-20E91A842EAC}" srcOrd="1" destOrd="0" presId="urn:microsoft.com/office/officeart/2016/7/layout/RepeatingBendingProcessNew"/>
    <dgm:cxn modelId="{608A5CA2-40A6-4C4B-814E-BFF74A600F49}" type="presParOf" srcId="{3E61CD12-DEEC-B64A-9626-20E91A842EAC}" destId="{F3B58701-2FC4-4B4C-92B0-E42ADEC73654}" srcOrd="0" destOrd="0" presId="urn:microsoft.com/office/officeart/2016/7/layout/RepeatingBendingProcessNew"/>
    <dgm:cxn modelId="{3575B097-7CB9-1249-83DD-4BD51B75A474}" type="presParOf" srcId="{B0F01FC3-DB16-D44D-9B2F-F5FB11424235}" destId="{9F582AB7-5D5A-E141-B226-3A8032654C80}" srcOrd="2" destOrd="0" presId="urn:microsoft.com/office/officeart/2016/7/layout/RepeatingBendingProcessNew"/>
    <dgm:cxn modelId="{81BA3CA8-F897-FA40-9CFF-3E22BA62E71E}" type="presParOf" srcId="{B0F01FC3-DB16-D44D-9B2F-F5FB11424235}" destId="{4AF81B11-CAD2-E942-812E-71A9E791D76A}" srcOrd="3" destOrd="0" presId="urn:microsoft.com/office/officeart/2016/7/layout/RepeatingBendingProcessNew"/>
    <dgm:cxn modelId="{0D4832E4-CDC2-514A-AF71-C5BBEE27826E}" type="presParOf" srcId="{4AF81B11-CAD2-E942-812E-71A9E791D76A}" destId="{A073C656-DD0C-A646-B149-921662CE7612}" srcOrd="0" destOrd="0" presId="urn:microsoft.com/office/officeart/2016/7/layout/RepeatingBendingProcessNew"/>
    <dgm:cxn modelId="{1D761189-9745-4749-9C29-0C565367B021}" type="presParOf" srcId="{B0F01FC3-DB16-D44D-9B2F-F5FB11424235}" destId="{E99768A7-99B4-EE4E-A1EA-8653A70EDC67}" srcOrd="4" destOrd="0" presId="urn:microsoft.com/office/officeart/2016/7/layout/RepeatingBendingProcessNew"/>
    <dgm:cxn modelId="{A2CDE1A5-6E40-DB4B-BD71-E7D743A556CF}" type="presParOf" srcId="{B0F01FC3-DB16-D44D-9B2F-F5FB11424235}" destId="{177FD781-9FA0-1B4C-9918-1B9599E25E0E}" srcOrd="5" destOrd="0" presId="urn:microsoft.com/office/officeart/2016/7/layout/RepeatingBendingProcessNew"/>
    <dgm:cxn modelId="{8EADB3DD-4DB0-B649-8B92-1F5767ABA3FB}" type="presParOf" srcId="{177FD781-9FA0-1B4C-9918-1B9599E25E0E}" destId="{98CDA824-6ABA-1247-B15A-05EA56D5452C}" srcOrd="0" destOrd="0" presId="urn:microsoft.com/office/officeart/2016/7/layout/RepeatingBendingProcessNew"/>
    <dgm:cxn modelId="{6AD317BA-D6F0-2E47-9D21-4E123D369D9A}" type="presParOf" srcId="{B0F01FC3-DB16-D44D-9B2F-F5FB11424235}" destId="{9DD17F0E-9762-F943-BA15-B6EDCE25169F}" srcOrd="6" destOrd="0" presId="urn:microsoft.com/office/officeart/2016/7/layout/RepeatingBendingProcessNew"/>
    <dgm:cxn modelId="{F13FED5C-8179-FA42-BBFC-D9887483F0E8}" type="presParOf" srcId="{B0F01FC3-DB16-D44D-9B2F-F5FB11424235}" destId="{BEFBAF86-CBD7-304F-BC98-248F160CA414}" srcOrd="7" destOrd="0" presId="urn:microsoft.com/office/officeart/2016/7/layout/RepeatingBendingProcessNew"/>
    <dgm:cxn modelId="{78DE0D52-1C54-AE42-8AF5-C0E30C019148}" type="presParOf" srcId="{BEFBAF86-CBD7-304F-BC98-248F160CA414}" destId="{415C1665-31E0-014E-BCF4-4DACD60BC2B6}" srcOrd="0" destOrd="0" presId="urn:microsoft.com/office/officeart/2016/7/layout/RepeatingBendingProcessNew"/>
    <dgm:cxn modelId="{0EEC5E3F-2EBF-2441-822D-5599B68C0E50}" type="presParOf" srcId="{B0F01FC3-DB16-D44D-9B2F-F5FB11424235}" destId="{AF92327A-DE0D-A143-91B0-BE1E44E02C85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2577CA-4CDF-47F9-B767-6B443C6865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2AEFF78-8287-46BA-B096-9DE213CAA640}">
      <dgm:prSet/>
      <dgm:spPr/>
      <dgm:t>
        <a:bodyPr/>
        <a:lstStyle/>
        <a:p>
          <a:r>
            <a:rPr lang="en-US" b="0" i="0"/>
            <a:t>Start with evaluation early</a:t>
          </a:r>
          <a:endParaRPr lang="en-US"/>
        </a:p>
      </dgm:t>
    </dgm:pt>
    <dgm:pt modelId="{12DDF382-192E-41DE-86A0-AF2ECA6BCFE6}" type="parTrans" cxnId="{75845CEE-7AF0-4311-AD20-340A23024CE5}">
      <dgm:prSet/>
      <dgm:spPr/>
      <dgm:t>
        <a:bodyPr/>
        <a:lstStyle/>
        <a:p>
          <a:endParaRPr lang="en-US"/>
        </a:p>
      </dgm:t>
    </dgm:pt>
    <dgm:pt modelId="{A7BB55F0-B373-497C-BA35-8085D3DB7198}" type="sibTrans" cxnId="{75845CEE-7AF0-4311-AD20-340A23024CE5}">
      <dgm:prSet/>
      <dgm:spPr/>
      <dgm:t>
        <a:bodyPr/>
        <a:lstStyle/>
        <a:p>
          <a:endParaRPr lang="en-US"/>
        </a:p>
      </dgm:t>
    </dgm:pt>
    <dgm:pt modelId="{921C71AD-239A-4A1F-A56F-7D46D06D32C0}">
      <dgm:prSet/>
      <dgm:spPr/>
      <dgm:t>
        <a:bodyPr/>
        <a:lstStyle/>
        <a:p>
          <a:r>
            <a:rPr lang="en-US" b="0" i="0"/>
            <a:t>Treat prompts as code</a:t>
          </a:r>
          <a:endParaRPr lang="en-US"/>
        </a:p>
      </dgm:t>
    </dgm:pt>
    <dgm:pt modelId="{15277F54-ED3D-4A31-83DE-A3AA3726280C}" type="parTrans" cxnId="{B21309D6-80BA-4880-A5FB-2E32D6050C8A}">
      <dgm:prSet/>
      <dgm:spPr/>
      <dgm:t>
        <a:bodyPr/>
        <a:lstStyle/>
        <a:p>
          <a:endParaRPr lang="en-US"/>
        </a:p>
      </dgm:t>
    </dgm:pt>
    <dgm:pt modelId="{C3C162C2-4F6A-4366-BDAA-0816C6853404}" type="sibTrans" cxnId="{B21309D6-80BA-4880-A5FB-2E32D6050C8A}">
      <dgm:prSet/>
      <dgm:spPr/>
      <dgm:t>
        <a:bodyPr/>
        <a:lstStyle/>
        <a:p>
          <a:endParaRPr lang="en-US"/>
        </a:p>
      </dgm:t>
    </dgm:pt>
    <dgm:pt modelId="{90BE831C-DFD6-44CD-8C61-03E4A86563C2}">
      <dgm:prSet/>
      <dgm:spPr/>
      <dgm:t>
        <a:bodyPr/>
        <a:lstStyle/>
        <a:p>
          <a:r>
            <a:rPr lang="en-US" b="0" i="0"/>
            <a:t>Monitor usage continuously</a:t>
          </a:r>
          <a:endParaRPr lang="en-US"/>
        </a:p>
      </dgm:t>
    </dgm:pt>
    <dgm:pt modelId="{3ECA0D2C-2B9F-4823-A9EB-8098078A77CC}" type="parTrans" cxnId="{8366D993-E777-4EA7-9946-1FEEDBE0EB47}">
      <dgm:prSet/>
      <dgm:spPr/>
      <dgm:t>
        <a:bodyPr/>
        <a:lstStyle/>
        <a:p>
          <a:endParaRPr lang="en-US"/>
        </a:p>
      </dgm:t>
    </dgm:pt>
    <dgm:pt modelId="{CF7BB56C-8B07-4C8C-B2E9-1D12A737BBC5}" type="sibTrans" cxnId="{8366D993-E777-4EA7-9946-1FEEDBE0EB47}">
      <dgm:prSet/>
      <dgm:spPr/>
      <dgm:t>
        <a:bodyPr/>
        <a:lstStyle/>
        <a:p>
          <a:endParaRPr lang="en-US"/>
        </a:p>
      </dgm:t>
    </dgm:pt>
    <dgm:pt modelId="{BBFB3F6B-5799-4A30-8A80-756CF1BB526D}">
      <dgm:prSet/>
      <dgm:spPr/>
      <dgm:t>
        <a:bodyPr/>
        <a:lstStyle/>
        <a:p>
          <a:r>
            <a:rPr lang="en-US" b="0" i="0"/>
            <a:t>Plan for governance from day one</a:t>
          </a:r>
          <a:endParaRPr lang="en-US"/>
        </a:p>
      </dgm:t>
    </dgm:pt>
    <dgm:pt modelId="{AEAB857B-050A-494A-8D65-1E8300DB8934}" type="parTrans" cxnId="{70D54B86-9FEF-4D53-9925-1985FC153CC8}">
      <dgm:prSet/>
      <dgm:spPr/>
      <dgm:t>
        <a:bodyPr/>
        <a:lstStyle/>
        <a:p>
          <a:endParaRPr lang="en-US"/>
        </a:p>
      </dgm:t>
    </dgm:pt>
    <dgm:pt modelId="{5DCF6D1E-30A5-4D08-A416-519B38B3B505}" type="sibTrans" cxnId="{70D54B86-9FEF-4D53-9925-1985FC153CC8}">
      <dgm:prSet/>
      <dgm:spPr/>
      <dgm:t>
        <a:bodyPr/>
        <a:lstStyle/>
        <a:p>
          <a:endParaRPr lang="en-US"/>
        </a:p>
      </dgm:t>
    </dgm:pt>
    <dgm:pt modelId="{6A1E4202-8097-4481-A521-5CCD1EB432A9}" type="pres">
      <dgm:prSet presAssocID="{9A2577CA-4CDF-47F9-B767-6B443C6865A4}" presName="root" presStyleCnt="0">
        <dgm:presLayoutVars>
          <dgm:dir/>
          <dgm:resizeHandles val="exact"/>
        </dgm:presLayoutVars>
      </dgm:prSet>
      <dgm:spPr/>
    </dgm:pt>
    <dgm:pt modelId="{B4A64314-BF77-45B3-BE3B-DADE42CEDE02}" type="pres">
      <dgm:prSet presAssocID="{A2AEFF78-8287-46BA-B096-9DE213CAA640}" presName="compNode" presStyleCnt="0"/>
      <dgm:spPr/>
    </dgm:pt>
    <dgm:pt modelId="{022379D3-BBF4-484A-A4D7-21710FED6591}" type="pres">
      <dgm:prSet presAssocID="{A2AEFF78-8287-46BA-B096-9DE213CAA640}" presName="bgRect" presStyleLbl="bgShp" presStyleIdx="0" presStyleCnt="4"/>
      <dgm:spPr/>
    </dgm:pt>
    <dgm:pt modelId="{FA44F827-E378-4BAE-8B21-C2AF52EACEFA}" type="pres">
      <dgm:prSet presAssocID="{A2AEFF78-8287-46BA-B096-9DE213CAA6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876F2B5-8490-4DB3-8DDB-BF3E8166DE48}" type="pres">
      <dgm:prSet presAssocID="{A2AEFF78-8287-46BA-B096-9DE213CAA640}" presName="spaceRect" presStyleCnt="0"/>
      <dgm:spPr/>
    </dgm:pt>
    <dgm:pt modelId="{5A2C822F-964A-4A63-BDD9-E42C067E4C28}" type="pres">
      <dgm:prSet presAssocID="{A2AEFF78-8287-46BA-B096-9DE213CAA640}" presName="parTx" presStyleLbl="revTx" presStyleIdx="0" presStyleCnt="4">
        <dgm:presLayoutVars>
          <dgm:chMax val="0"/>
          <dgm:chPref val="0"/>
        </dgm:presLayoutVars>
      </dgm:prSet>
      <dgm:spPr/>
    </dgm:pt>
    <dgm:pt modelId="{62D26F8B-BBC2-4A2C-B759-D189E749EBD5}" type="pres">
      <dgm:prSet presAssocID="{A7BB55F0-B373-497C-BA35-8085D3DB7198}" presName="sibTrans" presStyleCnt="0"/>
      <dgm:spPr/>
    </dgm:pt>
    <dgm:pt modelId="{D3F13DE1-F2C6-45E6-9690-74508B073F0A}" type="pres">
      <dgm:prSet presAssocID="{921C71AD-239A-4A1F-A56F-7D46D06D32C0}" presName="compNode" presStyleCnt="0"/>
      <dgm:spPr/>
    </dgm:pt>
    <dgm:pt modelId="{F5CF99BB-2D5F-4CA8-9DA5-859A6AD227F7}" type="pres">
      <dgm:prSet presAssocID="{921C71AD-239A-4A1F-A56F-7D46D06D32C0}" presName="bgRect" presStyleLbl="bgShp" presStyleIdx="1" presStyleCnt="4"/>
      <dgm:spPr/>
    </dgm:pt>
    <dgm:pt modelId="{A5E566EC-E339-45A0-80E6-EF2006639B68}" type="pres">
      <dgm:prSet presAssocID="{921C71AD-239A-4A1F-A56F-7D46D06D32C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B387918-60C3-4ACD-92A5-2CD597A2B169}" type="pres">
      <dgm:prSet presAssocID="{921C71AD-239A-4A1F-A56F-7D46D06D32C0}" presName="spaceRect" presStyleCnt="0"/>
      <dgm:spPr/>
    </dgm:pt>
    <dgm:pt modelId="{0BFAD0AE-F68A-4ECF-BB65-7944A3221179}" type="pres">
      <dgm:prSet presAssocID="{921C71AD-239A-4A1F-A56F-7D46D06D32C0}" presName="parTx" presStyleLbl="revTx" presStyleIdx="1" presStyleCnt="4">
        <dgm:presLayoutVars>
          <dgm:chMax val="0"/>
          <dgm:chPref val="0"/>
        </dgm:presLayoutVars>
      </dgm:prSet>
      <dgm:spPr/>
    </dgm:pt>
    <dgm:pt modelId="{DA42B232-86BD-43B2-85D9-8EBE9CF16C3E}" type="pres">
      <dgm:prSet presAssocID="{C3C162C2-4F6A-4366-BDAA-0816C6853404}" presName="sibTrans" presStyleCnt="0"/>
      <dgm:spPr/>
    </dgm:pt>
    <dgm:pt modelId="{4C694100-98AD-41FE-A865-2B680410255F}" type="pres">
      <dgm:prSet presAssocID="{90BE831C-DFD6-44CD-8C61-03E4A86563C2}" presName="compNode" presStyleCnt="0"/>
      <dgm:spPr/>
    </dgm:pt>
    <dgm:pt modelId="{3B168FCB-D657-452A-8927-FB0F08BA3DA0}" type="pres">
      <dgm:prSet presAssocID="{90BE831C-DFD6-44CD-8C61-03E4A86563C2}" presName="bgRect" presStyleLbl="bgShp" presStyleIdx="2" presStyleCnt="4"/>
      <dgm:spPr/>
    </dgm:pt>
    <dgm:pt modelId="{DE926353-C655-4B70-9EC3-0C3EB0DE1904}" type="pres">
      <dgm:prSet presAssocID="{90BE831C-DFD6-44CD-8C61-03E4A86563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3ACC2CC-E964-4508-820B-BD9DE0737D6B}" type="pres">
      <dgm:prSet presAssocID="{90BE831C-DFD6-44CD-8C61-03E4A86563C2}" presName="spaceRect" presStyleCnt="0"/>
      <dgm:spPr/>
    </dgm:pt>
    <dgm:pt modelId="{9A8C53FD-1938-47E4-831F-5CCFC3DDCB83}" type="pres">
      <dgm:prSet presAssocID="{90BE831C-DFD6-44CD-8C61-03E4A86563C2}" presName="parTx" presStyleLbl="revTx" presStyleIdx="2" presStyleCnt="4">
        <dgm:presLayoutVars>
          <dgm:chMax val="0"/>
          <dgm:chPref val="0"/>
        </dgm:presLayoutVars>
      </dgm:prSet>
      <dgm:spPr/>
    </dgm:pt>
    <dgm:pt modelId="{A045D933-DC35-42D3-814E-1C923E92109C}" type="pres">
      <dgm:prSet presAssocID="{CF7BB56C-8B07-4C8C-B2E9-1D12A737BBC5}" presName="sibTrans" presStyleCnt="0"/>
      <dgm:spPr/>
    </dgm:pt>
    <dgm:pt modelId="{55DEC9E3-12A2-4F37-93ED-6E2AD9B970F2}" type="pres">
      <dgm:prSet presAssocID="{BBFB3F6B-5799-4A30-8A80-756CF1BB526D}" presName="compNode" presStyleCnt="0"/>
      <dgm:spPr/>
    </dgm:pt>
    <dgm:pt modelId="{0AB466F2-B57D-4029-938E-23962C291DDF}" type="pres">
      <dgm:prSet presAssocID="{BBFB3F6B-5799-4A30-8A80-756CF1BB526D}" presName="bgRect" presStyleLbl="bgShp" presStyleIdx="3" presStyleCnt="4"/>
      <dgm:spPr/>
    </dgm:pt>
    <dgm:pt modelId="{64B77E41-3215-443A-99C0-3804D8F4EAB0}" type="pres">
      <dgm:prSet presAssocID="{BBFB3F6B-5799-4A30-8A80-756CF1BB52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6A4EBC6C-8ADE-4D09-828C-9C5F0708E8A3}" type="pres">
      <dgm:prSet presAssocID="{BBFB3F6B-5799-4A30-8A80-756CF1BB526D}" presName="spaceRect" presStyleCnt="0"/>
      <dgm:spPr/>
    </dgm:pt>
    <dgm:pt modelId="{5E6DCDF3-E4CB-4B47-8039-8381D3529126}" type="pres">
      <dgm:prSet presAssocID="{BBFB3F6B-5799-4A30-8A80-756CF1BB526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7E11236-8364-43E4-8E59-5E643D740F68}" type="presOf" srcId="{9A2577CA-4CDF-47F9-B767-6B443C6865A4}" destId="{6A1E4202-8097-4481-A521-5CCD1EB432A9}" srcOrd="0" destOrd="0" presId="urn:microsoft.com/office/officeart/2018/2/layout/IconVerticalSolidList"/>
    <dgm:cxn modelId="{93D40E58-5B86-4A8C-A03C-FED18D084530}" type="presOf" srcId="{BBFB3F6B-5799-4A30-8A80-756CF1BB526D}" destId="{5E6DCDF3-E4CB-4B47-8039-8381D3529126}" srcOrd="0" destOrd="0" presId="urn:microsoft.com/office/officeart/2018/2/layout/IconVerticalSolidList"/>
    <dgm:cxn modelId="{7D07475E-707D-48A3-A7BA-8C78B8463196}" type="presOf" srcId="{A2AEFF78-8287-46BA-B096-9DE213CAA640}" destId="{5A2C822F-964A-4A63-BDD9-E42C067E4C28}" srcOrd="0" destOrd="0" presId="urn:microsoft.com/office/officeart/2018/2/layout/IconVerticalSolidList"/>
    <dgm:cxn modelId="{70D54B86-9FEF-4D53-9925-1985FC153CC8}" srcId="{9A2577CA-4CDF-47F9-B767-6B443C6865A4}" destId="{BBFB3F6B-5799-4A30-8A80-756CF1BB526D}" srcOrd="3" destOrd="0" parTransId="{AEAB857B-050A-494A-8D65-1E8300DB8934}" sibTransId="{5DCF6D1E-30A5-4D08-A416-519B38B3B505}"/>
    <dgm:cxn modelId="{8366D993-E777-4EA7-9946-1FEEDBE0EB47}" srcId="{9A2577CA-4CDF-47F9-B767-6B443C6865A4}" destId="{90BE831C-DFD6-44CD-8C61-03E4A86563C2}" srcOrd="2" destOrd="0" parTransId="{3ECA0D2C-2B9F-4823-A9EB-8098078A77CC}" sibTransId="{CF7BB56C-8B07-4C8C-B2E9-1D12A737BBC5}"/>
    <dgm:cxn modelId="{723B64BE-566D-49B1-BBEE-B0CDF87333BE}" type="presOf" srcId="{921C71AD-239A-4A1F-A56F-7D46D06D32C0}" destId="{0BFAD0AE-F68A-4ECF-BB65-7944A3221179}" srcOrd="0" destOrd="0" presId="urn:microsoft.com/office/officeart/2018/2/layout/IconVerticalSolidList"/>
    <dgm:cxn modelId="{B21309D6-80BA-4880-A5FB-2E32D6050C8A}" srcId="{9A2577CA-4CDF-47F9-B767-6B443C6865A4}" destId="{921C71AD-239A-4A1F-A56F-7D46D06D32C0}" srcOrd="1" destOrd="0" parTransId="{15277F54-ED3D-4A31-83DE-A3AA3726280C}" sibTransId="{C3C162C2-4F6A-4366-BDAA-0816C6853404}"/>
    <dgm:cxn modelId="{E675E9EC-854A-45A6-AFF8-0116F506FC60}" type="presOf" srcId="{90BE831C-DFD6-44CD-8C61-03E4A86563C2}" destId="{9A8C53FD-1938-47E4-831F-5CCFC3DDCB83}" srcOrd="0" destOrd="0" presId="urn:microsoft.com/office/officeart/2018/2/layout/IconVerticalSolidList"/>
    <dgm:cxn modelId="{75845CEE-7AF0-4311-AD20-340A23024CE5}" srcId="{9A2577CA-4CDF-47F9-B767-6B443C6865A4}" destId="{A2AEFF78-8287-46BA-B096-9DE213CAA640}" srcOrd="0" destOrd="0" parTransId="{12DDF382-192E-41DE-86A0-AF2ECA6BCFE6}" sibTransId="{A7BB55F0-B373-497C-BA35-8085D3DB7198}"/>
    <dgm:cxn modelId="{09E3B5AF-BDB4-4680-98CE-419626924048}" type="presParOf" srcId="{6A1E4202-8097-4481-A521-5CCD1EB432A9}" destId="{B4A64314-BF77-45B3-BE3B-DADE42CEDE02}" srcOrd="0" destOrd="0" presId="urn:microsoft.com/office/officeart/2018/2/layout/IconVerticalSolidList"/>
    <dgm:cxn modelId="{4DA2719A-AD7E-4D57-99BA-B638432634E2}" type="presParOf" srcId="{B4A64314-BF77-45B3-BE3B-DADE42CEDE02}" destId="{022379D3-BBF4-484A-A4D7-21710FED6591}" srcOrd="0" destOrd="0" presId="urn:microsoft.com/office/officeart/2018/2/layout/IconVerticalSolidList"/>
    <dgm:cxn modelId="{E5392152-8A3C-4555-AF92-B948F434835C}" type="presParOf" srcId="{B4A64314-BF77-45B3-BE3B-DADE42CEDE02}" destId="{FA44F827-E378-4BAE-8B21-C2AF52EACEFA}" srcOrd="1" destOrd="0" presId="urn:microsoft.com/office/officeart/2018/2/layout/IconVerticalSolidList"/>
    <dgm:cxn modelId="{7503527E-2ADD-4588-AFFA-B087D3FD9D01}" type="presParOf" srcId="{B4A64314-BF77-45B3-BE3B-DADE42CEDE02}" destId="{4876F2B5-8490-4DB3-8DDB-BF3E8166DE48}" srcOrd="2" destOrd="0" presId="urn:microsoft.com/office/officeart/2018/2/layout/IconVerticalSolidList"/>
    <dgm:cxn modelId="{38A96ABD-133A-4B57-8C41-93B516DAD8AB}" type="presParOf" srcId="{B4A64314-BF77-45B3-BE3B-DADE42CEDE02}" destId="{5A2C822F-964A-4A63-BDD9-E42C067E4C28}" srcOrd="3" destOrd="0" presId="urn:microsoft.com/office/officeart/2018/2/layout/IconVerticalSolidList"/>
    <dgm:cxn modelId="{727B0905-D88F-48B0-8940-BA2890930F1A}" type="presParOf" srcId="{6A1E4202-8097-4481-A521-5CCD1EB432A9}" destId="{62D26F8B-BBC2-4A2C-B759-D189E749EBD5}" srcOrd="1" destOrd="0" presId="urn:microsoft.com/office/officeart/2018/2/layout/IconVerticalSolidList"/>
    <dgm:cxn modelId="{F634DB71-C1DD-4A32-A390-E020A226F145}" type="presParOf" srcId="{6A1E4202-8097-4481-A521-5CCD1EB432A9}" destId="{D3F13DE1-F2C6-45E6-9690-74508B073F0A}" srcOrd="2" destOrd="0" presId="urn:microsoft.com/office/officeart/2018/2/layout/IconVerticalSolidList"/>
    <dgm:cxn modelId="{3A337BB9-2756-4140-9E20-D3E8F5BA157D}" type="presParOf" srcId="{D3F13DE1-F2C6-45E6-9690-74508B073F0A}" destId="{F5CF99BB-2D5F-4CA8-9DA5-859A6AD227F7}" srcOrd="0" destOrd="0" presId="urn:microsoft.com/office/officeart/2018/2/layout/IconVerticalSolidList"/>
    <dgm:cxn modelId="{703FC810-AE0D-4551-9D2E-D5D6871BF6AD}" type="presParOf" srcId="{D3F13DE1-F2C6-45E6-9690-74508B073F0A}" destId="{A5E566EC-E339-45A0-80E6-EF2006639B68}" srcOrd="1" destOrd="0" presId="urn:microsoft.com/office/officeart/2018/2/layout/IconVerticalSolidList"/>
    <dgm:cxn modelId="{346D2C6C-161E-4C4C-83DB-3F4A002136EC}" type="presParOf" srcId="{D3F13DE1-F2C6-45E6-9690-74508B073F0A}" destId="{9B387918-60C3-4ACD-92A5-2CD597A2B169}" srcOrd="2" destOrd="0" presId="urn:microsoft.com/office/officeart/2018/2/layout/IconVerticalSolidList"/>
    <dgm:cxn modelId="{8A36FF5C-A896-47F1-ADC3-2B25F1FB6476}" type="presParOf" srcId="{D3F13DE1-F2C6-45E6-9690-74508B073F0A}" destId="{0BFAD0AE-F68A-4ECF-BB65-7944A3221179}" srcOrd="3" destOrd="0" presId="urn:microsoft.com/office/officeart/2018/2/layout/IconVerticalSolidList"/>
    <dgm:cxn modelId="{E64B9950-4171-4F13-AAF4-91490446CFBD}" type="presParOf" srcId="{6A1E4202-8097-4481-A521-5CCD1EB432A9}" destId="{DA42B232-86BD-43B2-85D9-8EBE9CF16C3E}" srcOrd="3" destOrd="0" presId="urn:microsoft.com/office/officeart/2018/2/layout/IconVerticalSolidList"/>
    <dgm:cxn modelId="{A7A609F5-6E53-477D-B2E4-810C48E09453}" type="presParOf" srcId="{6A1E4202-8097-4481-A521-5CCD1EB432A9}" destId="{4C694100-98AD-41FE-A865-2B680410255F}" srcOrd="4" destOrd="0" presId="urn:microsoft.com/office/officeart/2018/2/layout/IconVerticalSolidList"/>
    <dgm:cxn modelId="{A2FAF0F1-75E2-4A22-AF78-F1C8BA1827D4}" type="presParOf" srcId="{4C694100-98AD-41FE-A865-2B680410255F}" destId="{3B168FCB-D657-452A-8927-FB0F08BA3DA0}" srcOrd="0" destOrd="0" presId="urn:microsoft.com/office/officeart/2018/2/layout/IconVerticalSolidList"/>
    <dgm:cxn modelId="{15043333-7532-4F3F-89EA-16808834ECF0}" type="presParOf" srcId="{4C694100-98AD-41FE-A865-2B680410255F}" destId="{DE926353-C655-4B70-9EC3-0C3EB0DE1904}" srcOrd="1" destOrd="0" presId="urn:microsoft.com/office/officeart/2018/2/layout/IconVerticalSolidList"/>
    <dgm:cxn modelId="{B0197FE3-6762-4E25-82BB-C6BCAB9551F6}" type="presParOf" srcId="{4C694100-98AD-41FE-A865-2B680410255F}" destId="{83ACC2CC-E964-4508-820B-BD9DE0737D6B}" srcOrd="2" destOrd="0" presId="urn:microsoft.com/office/officeart/2018/2/layout/IconVerticalSolidList"/>
    <dgm:cxn modelId="{C518042D-93AA-4D4A-97BB-C3C1BE519271}" type="presParOf" srcId="{4C694100-98AD-41FE-A865-2B680410255F}" destId="{9A8C53FD-1938-47E4-831F-5CCFC3DDCB83}" srcOrd="3" destOrd="0" presId="urn:microsoft.com/office/officeart/2018/2/layout/IconVerticalSolidList"/>
    <dgm:cxn modelId="{1AF6D0AD-521F-4428-9F87-B01334128780}" type="presParOf" srcId="{6A1E4202-8097-4481-A521-5CCD1EB432A9}" destId="{A045D933-DC35-42D3-814E-1C923E92109C}" srcOrd="5" destOrd="0" presId="urn:microsoft.com/office/officeart/2018/2/layout/IconVerticalSolidList"/>
    <dgm:cxn modelId="{513809E4-848F-4217-A376-AF70A6BC1C6E}" type="presParOf" srcId="{6A1E4202-8097-4481-A521-5CCD1EB432A9}" destId="{55DEC9E3-12A2-4F37-93ED-6E2AD9B970F2}" srcOrd="6" destOrd="0" presId="urn:microsoft.com/office/officeart/2018/2/layout/IconVerticalSolidList"/>
    <dgm:cxn modelId="{701A3860-2CEC-41FF-8D1D-1A86F0A0A505}" type="presParOf" srcId="{55DEC9E3-12A2-4F37-93ED-6E2AD9B970F2}" destId="{0AB466F2-B57D-4029-938E-23962C291DDF}" srcOrd="0" destOrd="0" presId="urn:microsoft.com/office/officeart/2018/2/layout/IconVerticalSolidList"/>
    <dgm:cxn modelId="{775DAEC8-217A-4199-A366-46BAFE0912D5}" type="presParOf" srcId="{55DEC9E3-12A2-4F37-93ED-6E2AD9B970F2}" destId="{64B77E41-3215-443A-99C0-3804D8F4EAB0}" srcOrd="1" destOrd="0" presId="urn:microsoft.com/office/officeart/2018/2/layout/IconVerticalSolidList"/>
    <dgm:cxn modelId="{F25EC223-F8DF-4A68-A9EB-7258CD89113E}" type="presParOf" srcId="{55DEC9E3-12A2-4F37-93ED-6E2AD9B970F2}" destId="{6A4EBC6C-8ADE-4D09-828C-9C5F0708E8A3}" srcOrd="2" destOrd="0" presId="urn:microsoft.com/office/officeart/2018/2/layout/IconVerticalSolidList"/>
    <dgm:cxn modelId="{8A63496D-9C05-4E74-97A8-217B09841258}" type="presParOf" srcId="{55DEC9E3-12A2-4F37-93ED-6E2AD9B970F2}" destId="{5E6DCDF3-E4CB-4B47-8039-8381D35291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ECC0D4-B0DF-46D0-9395-26A5B44907C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D56ED77-FCFC-41DE-9D9C-34E9CFAA9B0C}">
      <dgm:prSet/>
      <dgm:spPr/>
      <dgm:t>
        <a:bodyPr/>
        <a:lstStyle/>
        <a:p>
          <a:r>
            <a:rPr lang="en-US" b="0" i="0" dirty="0"/>
            <a:t>Expanded model support</a:t>
          </a:r>
          <a:endParaRPr lang="en-US" dirty="0"/>
        </a:p>
      </dgm:t>
    </dgm:pt>
    <dgm:pt modelId="{677A3BFD-1417-4897-BA55-76454421303B}" type="parTrans" cxnId="{7F10BF4F-0DA7-4938-B124-CCE43FC69DC2}">
      <dgm:prSet/>
      <dgm:spPr/>
      <dgm:t>
        <a:bodyPr/>
        <a:lstStyle/>
        <a:p>
          <a:endParaRPr lang="en-US"/>
        </a:p>
      </dgm:t>
    </dgm:pt>
    <dgm:pt modelId="{F69E64FC-54A1-4F54-A4C6-2A3D600C2F59}" type="sibTrans" cxnId="{7F10BF4F-0DA7-4938-B124-CCE43FC69DC2}">
      <dgm:prSet/>
      <dgm:spPr/>
      <dgm:t>
        <a:bodyPr/>
        <a:lstStyle/>
        <a:p>
          <a:endParaRPr lang="en-US"/>
        </a:p>
      </dgm:t>
    </dgm:pt>
    <dgm:pt modelId="{91A282F2-DDC9-4E49-825C-51EAF9B6BC1D}">
      <dgm:prSet/>
      <dgm:spPr/>
      <dgm:t>
        <a:bodyPr/>
        <a:lstStyle/>
        <a:p>
          <a:r>
            <a:rPr lang="en-US" b="0" i="0" dirty="0"/>
            <a:t>Improved tooling and automation (</a:t>
          </a:r>
          <a:r>
            <a:rPr lang="en-US" b="0" i="0" dirty="0" err="1"/>
            <a:t>prompty</a:t>
          </a:r>
          <a:r>
            <a:rPr lang="en-US" b="0" i="0" dirty="0"/>
            <a:t>)</a:t>
          </a:r>
          <a:endParaRPr lang="en-US" dirty="0"/>
        </a:p>
      </dgm:t>
    </dgm:pt>
    <dgm:pt modelId="{494CF31F-2B03-4713-8506-A2FDCF0EB05E}" type="parTrans" cxnId="{9327A68B-8870-4321-9C9C-DE8335FEFDB0}">
      <dgm:prSet/>
      <dgm:spPr/>
      <dgm:t>
        <a:bodyPr/>
        <a:lstStyle/>
        <a:p>
          <a:endParaRPr lang="en-US"/>
        </a:p>
      </dgm:t>
    </dgm:pt>
    <dgm:pt modelId="{51A7D910-451D-463C-A96E-AE505582B0A8}" type="sibTrans" cxnId="{9327A68B-8870-4321-9C9C-DE8335FEFDB0}">
      <dgm:prSet/>
      <dgm:spPr/>
      <dgm:t>
        <a:bodyPr/>
        <a:lstStyle/>
        <a:p>
          <a:endParaRPr lang="en-US"/>
        </a:p>
      </dgm:t>
    </dgm:pt>
    <dgm:pt modelId="{278608D5-0E37-4E4E-A69D-57C676CEBDE8}">
      <dgm:prSet/>
      <dgm:spPr/>
      <dgm:t>
        <a:bodyPr/>
        <a:lstStyle/>
        <a:p>
          <a:r>
            <a:rPr lang="en-US" b="0" i="0" dirty="0"/>
            <a:t>Deeper hybrid integrations</a:t>
          </a:r>
          <a:endParaRPr lang="en-US" dirty="0"/>
        </a:p>
      </dgm:t>
    </dgm:pt>
    <dgm:pt modelId="{F8D4EF9D-2BB9-457B-A52F-65F2BE75EDEC}" type="parTrans" cxnId="{CDC86239-6F79-443B-9AE5-845C1BAA9FB0}">
      <dgm:prSet/>
      <dgm:spPr/>
      <dgm:t>
        <a:bodyPr/>
        <a:lstStyle/>
        <a:p>
          <a:endParaRPr lang="en-US"/>
        </a:p>
      </dgm:t>
    </dgm:pt>
    <dgm:pt modelId="{4470A8F1-0667-42F9-83FD-2D9505F16814}" type="sibTrans" cxnId="{CDC86239-6F79-443B-9AE5-845C1BAA9FB0}">
      <dgm:prSet/>
      <dgm:spPr/>
      <dgm:t>
        <a:bodyPr/>
        <a:lstStyle/>
        <a:p>
          <a:endParaRPr lang="en-US"/>
        </a:p>
      </dgm:t>
    </dgm:pt>
    <dgm:pt modelId="{9ED5D5F2-26A9-4F66-B22F-939D24C0C687}">
      <dgm:prSet/>
      <dgm:spPr/>
      <dgm:t>
        <a:bodyPr/>
        <a:lstStyle/>
        <a:p>
          <a:r>
            <a:rPr lang="en-US" b="0" i="0"/>
            <a:t>Community and ecosystem growth</a:t>
          </a:r>
          <a:endParaRPr lang="en-US"/>
        </a:p>
      </dgm:t>
    </dgm:pt>
    <dgm:pt modelId="{359B94E2-71A9-4128-AC74-B99345892AFE}" type="parTrans" cxnId="{A1CCD458-9DE7-400E-A9C0-DE09F1C858C2}">
      <dgm:prSet/>
      <dgm:spPr/>
      <dgm:t>
        <a:bodyPr/>
        <a:lstStyle/>
        <a:p>
          <a:endParaRPr lang="en-US"/>
        </a:p>
      </dgm:t>
    </dgm:pt>
    <dgm:pt modelId="{97F89E64-858D-477E-8022-A3637DEDFD64}" type="sibTrans" cxnId="{A1CCD458-9DE7-400E-A9C0-DE09F1C858C2}">
      <dgm:prSet/>
      <dgm:spPr/>
      <dgm:t>
        <a:bodyPr/>
        <a:lstStyle/>
        <a:p>
          <a:endParaRPr lang="en-US"/>
        </a:p>
      </dgm:t>
    </dgm:pt>
    <dgm:pt modelId="{D91EDD79-1C50-164E-8C34-261DF3880DC5}" type="pres">
      <dgm:prSet presAssocID="{E8ECC0D4-B0DF-46D0-9395-26A5B44907C1}" presName="vert0" presStyleCnt="0">
        <dgm:presLayoutVars>
          <dgm:dir/>
          <dgm:animOne val="branch"/>
          <dgm:animLvl val="lvl"/>
        </dgm:presLayoutVars>
      </dgm:prSet>
      <dgm:spPr/>
    </dgm:pt>
    <dgm:pt modelId="{73053796-A8A5-2441-B70F-DD023C1186C7}" type="pres">
      <dgm:prSet presAssocID="{4D56ED77-FCFC-41DE-9D9C-34E9CFAA9B0C}" presName="thickLine" presStyleLbl="alignNode1" presStyleIdx="0" presStyleCnt="4"/>
      <dgm:spPr/>
    </dgm:pt>
    <dgm:pt modelId="{3AA00D1A-105A-1145-8583-97CEE0462826}" type="pres">
      <dgm:prSet presAssocID="{4D56ED77-FCFC-41DE-9D9C-34E9CFAA9B0C}" presName="horz1" presStyleCnt="0"/>
      <dgm:spPr/>
    </dgm:pt>
    <dgm:pt modelId="{D6D9E236-1C30-7C4D-A45C-E9D71B1A962C}" type="pres">
      <dgm:prSet presAssocID="{4D56ED77-FCFC-41DE-9D9C-34E9CFAA9B0C}" presName="tx1" presStyleLbl="revTx" presStyleIdx="0" presStyleCnt="4"/>
      <dgm:spPr/>
    </dgm:pt>
    <dgm:pt modelId="{0DB8DD11-D7C2-9E41-9628-40C92C5C8437}" type="pres">
      <dgm:prSet presAssocID="{4D56ED77-FCFC-41DE-9D9C-34E9CFAA9B0C}" presName="vert1" presStyleCnt="0"/>
      <dgm:spPr/>
    </dgm:pt>
    <dgm:pt modelId="{33E26850-1B0F-D143-A33D-C182E680A324}" type="pres">
      <dgm:prSet presAssocID="{91A282F2-DDC9-4E49-825C-51EAF9B6BC1D}" presName="thickLine" presStyleLbl="alignNode1" presStyleIdx="1" presStyleCnt="4"/>
      <dgm:spPr/>
    </dgm:pt>
    <dgm:pt modelId="{336DD003-AA62-AF44-8163-54E70DAF124E}" type="pres">
      <dgm:prSet presAssocID="{91A282F2-DDC9-4E49-825C-51EAF9B6BC1D}" presName="horz1" presStyleCnt="0"/>
      <dgm:spPr/>
    </dgm:pt>
    <dgm:pt modelId="{82892688-D126-8B4E-BEE2-3ACB5C33C212}" type="pres">
      <dgm:prSet presAssocID="{91A282F2-DDC9-4E49-825C-51EAF9B6BC1D}" presName="tx1" presStyleLbl="revTx" presStyleIdx="1" presStyleCnt="4"/>
      <dgm:spPr/>
    </dgm:pt>
    <dgm:pt modelId="{0041C5DF-00AC-C648-9374-04646F1053A0}" type="pres">
      <dgm:prSet presAssocID="{91A282F2-DDC9-4E49-825C-51EAF9B6BC1D}" presName="vert1" presStyleCnt="0"/>
      <dgm:spPr/>
    </dgm:pt>
    <dgm:pt modelId="{A942A852-1FF4-DA4C-BA85-F04F01D79248}" type="pres">
      <dgm:prSet presAssocID="{278608D5-0E37-4E4E-A69D-57C676CEBDE8}" presName="thickLine" presStyleLbl="alignNode1" presStyleIdx="2" presStyleCnt="4"/>
      <dgm:spPr/>
    </dgm:pt>
    <dgm:pt modelId="{77A9D836-8612-7445-AB4F-34CFAB0C12F4}" type="pres">
      <dgm:prSet presAssocID="{278608D5-0E37-4E4E-A69D-57C676CEBDE8}" presName="horz1" presStyleCnt="0"/>
      <dgm:spPr/>
    </dgm:pt>
    <dgm:pt modelId="{556C1124-6EC1-8D49-BD38-A5DA7918D2A6}" type="pres">
      <dgm:prSet presAssocID="{278608D5-0E37-4E4E-A69D-57C676CEBDE8}" presName="tx1" presStyleLbl="revTx" presStyleIdx="2" presStyleCnt="4"/>
      <dgm:spPr/>
    </dgm:pt>
    <dgm:pt modelId="{4B6AD7D7-3109-874B-B92E-4C079B35530B}" type="pres">
      <dgm:prSet presAssocID="{278608D5-0E37-4E4E-A69D-57C676CEBDE8}" presName="vert1" presStyleCnt="0"/>
      <dgm:spPr/>
    </dgm:pt>
    <dgm:pt modelId="{EC74F356-C34B-E747-BB20-9AED552D13A8}" type="pres">
      <dgm:prSet presAssocID="{9ED5D5F2-26A9-4F66-B22F-939D24C0C687}" presName="thickLine" presStyleLbl="alignNode1" presStyleIdx="3" presStyleCnt="4"/>
      <dgm:spPr/>
    </dgm:pt>
    <dgm:pt modelId="{4D4AE7CC-DB60-FE4F-8179-DF15BF5D8E45}" type="pres">
      <dgm:prSet presAssocID="{9ED5D5F2-26A9-4F66-B22F-939D24C0C687}" presName="horz1" presStyleCnt="0"/>
      <dgm:spPr/>
    </dgm:pt>
    <dgm:pt modelId="{53ED4CCB-100F-4947-835F-CA7DD8D85887}" type="pres">
      <dgm:prSet presAssocID="{9ED5D5F2-26A9-4F66-B22F-939D24C0C687}" presName="tx1" presStyleLbl="revTx" presStyleIdx="3" presStyleCnt="4"/>
      <dgm:spPr/>
    </dgm:pt>
    <dgm:pt modelId="{DD9A0EA5-07ED-8847-82E7-873F57330CC7}" type="pres">
      <dgm:prSet presAssocID="{9ED5D5F2-26A9-4F66-B22F-939D24C0C687}" presName="vert1" presStyleCnt="0"/>
      <dgm:spPr/>
    </dgm:pt>
  </dgm:ptLst>
  <dgm:cxnLst>
    <dgm:cxn modelId="{0B54582A-5D0E-6C43-A601-6E897AC871E4}" type="presOf" srcId="{278608D5-0E37-4E4E-A69D-57C676CEBDE8}" destId="{556C1124-6EC1-8D49-BD38-A5DA7918D2A6}" srcOrd="0" destOrd="0" presId="urn:microsoft.com/office/officeart/2008/layout/LinedList"/>
    <dgm:cxn modelId="{CDC86239-6F79-443B-9AE5-845C1BAA9FB0}" srcId="{E8ECC0D4-B0DF-46D0-9395-26A5B44907C1}" destId="{278608D5-0E37-4E4E-A69D-57C676CEBDE8}" srcOrd="2" destOrd="0" parTransId="{F8D4EF9D-2BB9-457B-A52F-65F2BE75EDEC}" sibTransId="{4470A8F1-0667-42F9-83FD-2D9505F16814}"/>
    <dgm:cxn modelId="{7F10BF4F-0DA7-4938-B124-CCE43FC69DC2}" srcId="{E8ECC0D4-B0DF-46D0-9395-26A5B44907C1}" destId="{4D56ED77-FCFC-41DE-9D9C-34E9CFAA9B0C}" srcOrd="0" destOrd="0" parTransId="{677A3BFD-1417-4897-BA55-76454421303B}" sibTransId="{F69E64FC-54A1-4F54-A4C6-2A3D600C2F59}"/>
    <dgm:cxn modelId="{A1CCD458-9DE7-400E-A9C0-DE09F1C858C2}" srcId="{E8ECC0D4-B0DF-46D0-9395-26A5B44907C1}" destId="{9ED5D5F2-26A9-4F66-B22F-939D24C0C687}" srcOrd="3" destOrd="0" parTransId="{359B94E2-71A9-4128-AC74-B99345892AFE}" sibTransId="{97F89E64-858D-477E-8022-A3637DEDFD64}"/>
    <dgm:cxn modelId="{9327A68B-8870-4321-9C9C-DE8335FEFDB0}" srcId="{E8ECC0D4-B0DF-46D0-9395-26A5B44907C1}" destId="{91A282F2-DDC9-4E49-825C-51EAF9B6BC1D}" srcOrd="1" destOrd="0" parTransId="{494CF31F-2B03-4713-8506-A2FDCF0EB05E}" sibTransId="{51A7D910-451D-463C-A96E-AE505582B0A8}"/>
    <dgm:cxn modelId="{479C8793-EAC6-A84D-991B-A0D8E83F4473}" type="presOf" srcId="{E8ECC0D4-B0DF-46D0-9395-26A5B44907C1}" destId="{D91EDD79-1C50-164E-8C34-261DF3880DC5}" srcOrd="0" destOrd="0" presId="urn:microsoft.com/office/officeart/2008/layout/LinedList"/>
    <dgm:cxn modelId="{6DC6E697-0752-8646-A6F2-C3E347660C22}" type="presOf" srcId="{9ED5D5F2-26A9-4F66-B22F-939D24C0C687}" destId="{53ED4CCB-100F-4947-835F-CA7DD8D85887}" srcOrd="0" destOrd="0" presId="urn:microsoft.com/office/officeart/2008/layout/LinedList"/>
    <dgm:cxn modelId="{F5FEB6B7-F17B-F64C-B6C2-8DCE55B6FDE1}" type="presOf" srcId="{91A282F2-DDC9-4E49-825C-51EAF9B6BC1D}" destId="{82892688-D126-8B4E-BEE2-3ACB5C33C212}" srcOrd="0" destOrd="0" presId="urn:microsoft.com/office/officeart/2008/layout/LinedList"/>
    <dgm:cxn modelId="{2C37FFFB-4888-304B-A4E9-ED5904D38810}" type="presOf" srcId="{4D56ED77-FCFC-41DE-9D9C-34E9CFAA9B0C}" destId="{D6D9E236-1C30-7C4D-A45C-E9D71B1A962C}" srcOrd="0" destOrd="0" presId="urn:microsoft.com/office/officeart/2008/layout/LinedList"/>
    <dgm:cxn modelId="{0088BF92-5E98-D74A-8A25-59CA0461D49F}" type="presParOf" srcId="{D91EDD79-1C50-164E-8C34-261DF3880DC5}" destId="{73053796-A8A5-2441-B70F-DD023C1186C7}" srcOrd="0" destOrd="0" presId="urn:microsoft.com/office/officeart/2008/layout/LinedList"/>
    <dgm:cxn modelId="{6798C5FA-B53A-424C-A652-0368603B8431}" type="presParOf" srcId="{D91EDD79-1C50-164E-8C34-261DF3880DC5}" destId="{3AA00D1A-105A-1145-8583-97CEE0462826}" srcOrd="1" destOrd="0" presId="urn:microsoft.com/office/officeart/2008/layout/LinedList"/>
    <dgm:cxn modelId="{D40504C4-A4C6-2744-AB31-A795C4FE289F}" type="presParOf" srcId="{3AA00D1A-105A-1145-8583-97CEE0462826}" destId="{D6D9E236-1C30-7C4D-A45C-E9D71B1A962C}" srcOrd="0" destOrd="0" presId="urn:microsoft.com/office/officeart/2008/layout/LinedList"/>
    <dgm:cxn modelId="{81F72C83-6CCE-6244-86A3-0484A489C0F4}" type="presParOf" srcId="{3AA00D1A-105A-1145-8583-97CEE0462826}" destId="{0DB8DD11-D7C2-9E41-9628-40C92C5C8437}" srcOrd="1" destOrd="0" presId="urn:microsoft.com/office/officeart/2008/layout/LinedList"/>
    <dgm:cxn modelId="{3D045B5D-7A9A-AE41-B057-6F1E5C0C7C07}" type="presParOf" srcId="{D91EDD79-1C50-164E-8C34-261DF3880DC5}" destId="{33E26850-1B0F-D143-A33D-C182E680A324}" srcOrd="2" destOrd="0" presId="urn:microsoft.com/office/officeart/2008/layout/LinedList"/>
    <dgm:cxn modelId="{8581F6FE-71C9-CF40-89DD-6BCF6E627ED3}" type="presParOf" srcId="{D91EDD79-1C50-164E-8C34-261DF3880DC5}" destId="{336DD003-AA62-AF44-8163-54E70DAF124E}" srcOrd="3" destOrd="0" presId="urn:microsoft.com/office/officeart/2008/layout/LinedList"/>
    <dgm:cxn modelId="{184FB9D9-B84A-F343-8FB3-E123DDA4E1B6}" type="presParOf" srcId="{336DD003-AA62-AF44-8163-54E70DAF124E}" destId="{82892688-D126-8B4E-BEE2-3ACB5C33C212}" srcOrd="0" destOrd="0" presId="urn:microsoft.com/office/officeart/2008/layout/LinedList"/>
    <dgm:cxn modelId="{1CB6A5B7-791F-2C47-AB98-D4A32B14D447}" type="presParOf" srcId="{336DD003-AA62-AF44-8163-54E70DAF124E}" destId="{0041C5DF-00AC-C648-9374-04646F1053A0}" srcOrd="1" destOrd="0" presId="urn:microsoft.com/office/officeart/2008/layout/LinedList"/>
    <dgm:cxn modelId="{5EF9171D-CF8E-864E-BAFE-862BA9D1AF85}" type="presParOf" srcId="{D91EDD79-1C50-164E-8C34-261DF3880DC5}" destId="{A942A852-1FF4-DA4C-BA85-F04F01D79248}" srcOrd="4" destOrd="0" presId="urn:microsoft.com/office/officeart/2008/layout/LinedList"/>
    <dgm:cxn modelId="{D5ACA9C3-9ED3-8E4F-81FC-B65ABBC88274}" type="presParOf" srcId="{D91EDD79-1C50-164E-8C34-261DF3880DC5}" destId="{77A9D836-8612-7445-AB4F-34CFAB0C12F4}" srcOrd="5" destOrd="0" presId="urn:microsoft.com/office/officeart/2008/layout/LinedList"/>
    <dgm:cxn modelId="{90CF9839-2BA2-C84C-8C99-AD4DCA18414A}" type="presParOf" srcId="{77A9D836-8612-7445-AB4F-34CFAB0C12F4}" destId="{556C1124-6EC1-8D49-BD38-A5DA7918D2A6}" srcOrd="0" destOrd="0" presId="urn:microsoft.com/office/officeart/2008/layout/LinedList"/>
    <dgm:cxn modelId="{0678FED7-8B5C-CE40-BF7A-44F2307A0BE6}" type="presParOf" srcId="{77A9D836-8612-7445-AB4F-34CFAB0C12F4}" destId="{4B6AD7D7-3109-874B-B92E-4C079B35530B}" srcOrd="1" destOrd="0" presId="urn:microsoft.com/office/officeart/2008/layout/LinedList"/>
    <dgm:cxn modelId="{A1A7A887-260E-F042-99AD-1E1234EB51C5}" type="presParOf" srcId="{D91EDD79-1C50-164E-8C34-261DF3880DC5}" destId="{EC74F356-C34B-E747-BB20-9AED552D13A8}" srcOrd="6" destOrd="0" presId="urn:microsoft.com/office/officeart/2008/layout/LinedList"/>
    <dgm:cxn modelId="{8B5DCBE9-1146-C54D-9E53-366EA9B3A392}" type="presParOf" srcId="{D91EDD79-1C50-164E-8C34-261DF3880DC5}" destId="{4D4AE7CC-DB60-FE4F-8179-DF15BF5D8E45}" srcOrd="7" destOrd="0" presId="urn:microsoft.com/office/officeart/2008/layout/LinedList"/>
    <dgm:cxn modelId="{400F43BA-4C81-3A44-A487-610D62976A9C}" type="presParOf" srcId="{4D4AE7CC-DB60-FE4F-8179-DF15BF5D8E45}" destId="{53ED4CCB-100F-4947-835F-CA7DD8D85887}" srcOrd="0" destOrd="0" presId="urn:microsoft.com/office/officeart/2008/layout/LinedList"/>
    <dgm:cxn modelId="{3D702EC1-624B-2B48-9EB9-7A7E9AC90BFD}" type="presParOf" srcId="{4D4AE7CC-DB60-FE4F-8179-DF15BF5D8E45}" destId="{DD9A0EA5-07ED-8847-82E7-873F57330C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42DC17B-D8F9-4E65-92E0-5F1F85529D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078529-0C68-4666-A93F-CFCC5D7BBC73}">
      <dgm:prSet/>
      <dgm:spPr/>
      <dgm:t>
        <a:bodyPr/>
        <a:lstStyle/>
        <a:p>
          <a:r>
            <a:rPr lang="en-US" b="0" i="0"/>
            <a:t>Questions</a:t>
          </a:r>
          <a:endParaRPr lang="en-US"/>
        </a:p>
      </dgm:t>
    </dgm:pt>
    <dgm:pt modelId="{9E42D9D7-A10E-40CB-909C-7C34322036C5}" type="parTrans" cxnId="{B869116A-8755-4433-A63B-AE1E682317D1}">
      <dgm:prSet/>
      <dgm:spPr/>
      <dgm:t>
        <a:bodyPr/>
        <a:lstStyle/>
        <a:p>
          <a:endParaRPr lang="en-US"/>
        </a:p>
      </dgm:t>
    </dgm:pt>
    <dgm:pt modelId="{BBED2B22-57C3-4404-A860-2EF1E67A64BD}" type="sibTrans" cxnId="{B869116A-8755-4433-A63B-AE1E682317D1}">
      <dgm:prSet/>
      <dgm:spPr/>
      <dgm:t>
        <a:bodyPr/>
        <a:lstStyle/>
        <a:p>
          <a:endParaRPr lang="en-US"/>
        </a:p>
      </dgm:t>
    </dgm:pt>
    <dgm:pt modelId="{7BCD76DD-3CDF-4316-930C-C5A512A7AFA8}">
      <dgm:prSet/>
      <dgm:spPr/>
      <dgm:t>
        <a:bodyPr/>
        <a:lstStyle/>
        <a:p>
          <a:r>
            <a:rPr lang="en-US" b="0" i="0"/>
            <a:t>Discussion</a:t>
          </a:r>
          <a:endParaRPr lang="en-US"/>
        </a:p>
      </dgm:t>
    </dgm:pt>
    <dgm:pt modelId="{F811BED4-C9DE-485B-AD4C-61008F079415}" type="parTrans" cxnId="{7DB31D62-DAA2-4789-86D4-882806ACF8DB}">
      <dgm:prSet/>
      <dgm:spPr/>
      <dgm:t>
        <a:bodyPr/>
        <a:lstStyle/>
        <a:p>
          <a:endParaRPr lang="en-US"/>
        </a:p>
      </dgm:t>
    </dgm:pt>
    <dgm:pt modelId="{340144E0-CBDF-41F0-9C93-5A63937FD671}" type="sibTrans" cxnId="{7DB31D62-DAA2-4789-86D4-882806ACF8DB}">
      <dgm:prSet/>
      <dgm:spPr/>
      <dgm:t>
        <a:bodyPr/>
        <a:lstStyle/>
        <a:p>
          <a:endParaRPr lang="en-US"/>
        </a:p>
      </dgm:t>
    </dgm:pt>
    <dgm:pt modelId="{5DE16BA9-A8CB-4612-9F5D-C51451004F68}">
      <dgm:prSet/>
      <dgm:spPr/>
      <dgm:t>
        <a:bodyPr/>
        <a:lstStyle/>
        <a:p>
          <a:r>
            <a:rPr lang="en-US" b="0" i="0"/>
            <a:t>Share experiences</a:t>
          </a:r>
          <a:endParaRPr lang="en-US"/>
        </a:p>
      </dgm:t>
    </dgm:pt>
    <dgm:pt modelId="{881755F8-985F-4C93-A13C-8F71B2455720}" type="parTrans" cxnId="{1C3EF0FC-A3D5-4BDD-9FEB-E4B5BEC3D1C3}">
      <dgm:prSet/>
      <dgm:spPr/>
      <dgm:t>
        <a:bodyPr/>
        <a:lstStyle/>
        <a:p>
          <a:endParaRPr lang="en-US"/>
        </a:p>
      </dgm:t>
    </dgm:pt>
    <dgm:pt modelId="{BDB4D5F0-844F-465C-A815-DEE2FF28F488}" type="sibTrans" cxnId="{1C3EF0FC-A3D5-4BDD-9FEB-E4B5BEC3D1C3}">
      <dgm:prSet/>
      <dgm:spPr/>
      <dgm:t>
        <a:bodyPr/>
        <a:lstStyle/>
        <a:p>
          <a:endParaRPr lang="en-US"/>
        </a:p>
      </dgm:t>
    </dgm:pt>
    <dgm:pt modelId="{0B6E6F70-1FA0-491E-870A-C01294197A89}" type="pres">
      <dgm:prSet presAssocID="{842DC17B-D8F9-4E65-92E0-5F1F85529D0E}" presName="root" presStyleCnt="0">
        <dgm:presLayoutVars>
          <dgm:dir/>
          <dgm:resizeHandles val="exact"/>
        </dgm:presLayoutVars>
      </dgm:prSet>
      <dgm:spPr/>
    </dgm:pt>
    <dgm:pt modelId="{35FAE928-CEE7-4065-86DF-D7864FD0A79C}" type="pres">
      <dgm:prSet presAssocID="{D9078529-0C68-4666-A93F-CFCC5D7BBC73}" presName="compNode" presStyleCnt="0"/>
      <dgm:spPr/>
    </dgm:pt>
    <dgm:pt modelId="{E6A7A5CA-B99D-4F71-9CB5-4A3917389CC4}" type="pres">
      <dgm:prSet presAssocID="{D9078529-0C68-4666-A93F-CFCC5D7BBC73}" presName="bgRect" presStyleLbl="bgShp" presStyleIdx="0" presStyleCnt="3"/>
      <dgm:spPr/>
    </dgm:pt>
    <dgm:pt modelId="{04C1DD06-F7C2-4458-BC6D-8A6667B1199E}" type="pres">
      <dgm:prSet presAssocID="{D9078529-0C68-4666-A93F-CFCC5D7BBC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7D1558C2-4DD0-4672-AAF3-3524B52A41E1}" type="pres">
      <dgm:prSet presAssocID="{D9078529-0C68-4666-A93F-CFCC5D7BBC73}" presName="spaceRect" presStyleCnt="0"/>
      <dgm:spPr/>
    </dgm:pt>
    <dgm:pt modelId="{10E022B0-F7DF-4436-84AB-8DA6BFC38188}" type="pres">
      <dgm:prSet presAssocID="{D9078529-0C68-4666-A93F-CFCC5D7BBC73}" presName="parTx" presStyleLbl="revTx" presStyleIdx="0" presStyleCnt="3">
        <dgm:presLayoutVars>
          <dgm:chMax val="0"/>
          <dgm:chPref val="0"/>
        </dgm:presLayoutVars>
      </dgm:prSet>
      <dgm:spPr/>
    </dgm:pt>
    <dgm:pt modelId="{AA1ED05F-25F1-4BBF-8083-DDB1F763DFBC}" type="pres">
      <dgm:prSet presAssocID="{BBED2B22-57C3-4404-A860-2EF1E67A64BD}" presName="sibTrans" presStyleCnt="0"/>
      <dgm:spPr/>
    </dgm:pt>
    <dgm:pt modelId="{7718870B-1EAC-4153-8E68-2F6A6259E20B}" type="pres">
      <dgm:prSet presAssocID="{7BCD76DD-3CDF-4316-930C-C5A512A7AFA8}" presName="compNode" presStyleCnt="0"/>
      <dgm:spPr/>
    </dgm:pt>
    <dgm:pt modelId="{06471757-55C7-4809-9ED3-44EBD131DF04}" type="pres">
      <dgm:prSet presAssocID="{7BCD76DD-3CDF-4316-930C-C5A512A7AFA8}" presName="bgRect" presStyleLbl="bgShp" presStyleIdx="1" presStyleCnt="3"/>
      <dgm:spPr/>
    </dgm:pt>
    <dgm:pt modelId="{CA35FBD3-A7BE-4A9C-87C8-15DEED7574E6}" type="pres">
      <dgm:prSet presAssocID="{7BCD76DD-3CDF-4316-930C-C5A512A7AF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62CAB1A-231E-45AF-B8C5-F57C37303B0D}" type="pres">
      <dgm:prSet presAssocID="{7BCD76DD-3CDF-4316-930C-C5A512A7AFA8}" presName="spaceRect" presStyleCnt="0"/>
      <dgm:spPr/>
    </dgm:pt>
    <dgm:pt modelId="{55800630-E82D-4679-B996-53573F8BB024}" type="pres">
      <dgm:prSet presAssocID="{7BCD76DD-3CDF-4316-930C-C5A512A7AFA8}" presName="parTx" presStyleLbl="revTx" presStyleIdx="1" presStyleCnt="3">
        <dgm:presLayoutVars>
          <dgm:chMax val="0"/>
          <dgm:chPref val="0"/>
        </dgm:presLayoutVars>
      </dgm:prSet>
      <dgm:spPr/>
    </dgm:pt>
    <dgm:pt modelId="{3C45BCBF-0F35-473C-BE04-3515A25D4F1C}" type="pres">
      <dgm:prSet presAssocID="{340144E0-CBDF-41F0-9C93-5A63937FD671}" presName="sibTrans" presStyleCnt="0"/>
      <dgm:spPr/>
    </dgm:pt>
    <dgm:pt modelId="{F918B85D-75CB-47E8-A7D7-201309882135}" type="pres">
      <dgm:prSet presAssocID="{5DE16BA9-A8CB-4612-9F5D-C51451004F68}" presName="compNode" presStyleCnt="0"/>
      <dgm:spPr/>
    </dgm:pt>
    <dgm:pt modelId="{7B65B142-41DA-4E6B-AEC2-8BEF02107CEA}" type="pres">
      <dgm:prSet presAssocID="{5DE16BA9-A8CB-4612-9F5D-C51451004F68}" presName="bgRect" presStyleLbl="bgShp" presStyleIdx="2" presStyleCnt="3"/>
      <dgm:spPr/>
    </dgm:pt>
    <dgm:pt modelId="{D8973F2F-1D12-46EE-8BF8-9572694FA8A5}" type="pres">
      <dgm:prSet presAssocID="{5DE16BA9-A8CB-4612-9F5D-C51451004F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3A26A80-0550-45BC-93B2-B8B0C9FE12E2}" type="pres">
      <dgm:prSet presAssocID="{5DE16BA9-A8CB-4612-9F5D-C51451004F68}" presName="spaceRect" presStyleCnt="0"/>
      <dgm:spPr/>
    </dgm:pt>
    <dgm:pt modelId="{0EFB001C-570D-4E6A-B7EA-A25DD3C41E90}" type="pres">
      <dgm:prSet presAssocID="{5DE16BA9-A8CB-4612-9F5D-C51451004F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702780B-07EE-49F7-9FB1-7B01BC94B425}" type="presOf" srcId="{842DC17B-D8F9-4E65-92E0-5F1F85529D0E}" destId="{0B6E6F70-1FA0-491E-870A-C01294197A89}" srcOrd="0" destOrd="0" presId="urn:microsoft.com/office/officeart/2018/2/layout/IconVerticalSolidList"/>
    <dgm:cxn modelId="{7D0DAA5E-AA33-485C-9964-A440A09169CE}" type="presOf" srcId="{7BCD76DD-3CDF-4316-930C-C5A512A7AFA8}" destId="{55800630-E82D-4679-B996-53573F8BB024}" srcOrd="0" destOrd="0" presId="urn:microsoft.com/office/officeart/2018/2/layout/IconVerticalSolidList"/>
    <dgm:cxn modelId="{7DB31D62-DAA2-4789-86D4-882806ACF8DB}" srcId="{842DC17B-D8F9-4E65-92E0-5F1F85529D0E}" destId="{7BCD76DD-3CDF-4316-930C-C5A512A7AFA8}" srcOrd="1" destOrd="0" parTransId="{F811BED4-C9DE-485B-AD4C-61008F079415}" sibTransId="{340144E0-CBDF-41F0-9C93-5A63937FD671}"/>
    <dgm:cxn modelId="{61E5BD66-4A38-462B-8D96-F7C8E3080A09}" type="presOf" srcId="{5DE16BA9-A8CB-4612-9F5D-C51451004F68}" destId="{0EFB001C-570D-4E6A-B7EA-A25DD3C41E90}" srcOrd="0" destOrd="0" presId="urn:microsoft.com/office/officeart/2018/2/layout/IconVerticalSolidList"/>
    <dgm:cxn modelId="{B869116A-8755-4433-A63B-AE1E682317D1}" srcId="{842DC17B-D8F9-4E65-92E0-5F1F85529D0E}" destId="{D9078529-0C68-4666-A93F-CFCC5D7BBC73}" srcOrd="0" destOrd="0" parTransId="{9E42D9D7-A10E-40CB-909C-7C34322036C5}" sibTransId="{BBED2B22-57C3-4404-A860-2EF1E67A64BD}"/>
    <dgm:cxn modelId="{9D907C9B-A12C-47C6-A346-8364315B5F81}" type="presOf" srcId="{D9078529-0C68-4666-A93F-CFCC5D7BBC73}" destId="{10E022B0-F7DF-4436-84AB-8DA6BFC38188}" srcOrd="0" destOrd="0" presId="urn:microsoft.com/office/officeart/2018/2/layout/IconVerticalSolidList"/>
    <dgm:cxn modelId="{1C3EF0FC-A3D5-4BDD-9FEB-E4B5BEC3D1C3}" srcId="{842DC17B-D8F9-4E65-92E0-5F1F85529D0E}" destId="{5DE16BA9-A8CB-4612-9F5D-C51451004F68}" srcOrd="2" destOrd="0" parTransId="{881755F8-985F-4C93-A13C-8F71B2455720}" sibTransId="{BDB4D5F0-844F-465C-A815-DEE2FF28F488}"/>
    <dgm:cxn modelId="{7BC0220C-7969-4FD0-851A-72429AEA5F47}" type="presParOf" srcId="{0B6E6F70-1FA0-491E-870A-C01294197A89}" destId="{35FAE928-CEE7-4065-86DF-D7864FD0A79C}" srcOrd="0" destOrd="0" presId="urn:microsoft.com/office/officeart/2018/2/layout/IconVerticalSolidList"/>
    <dgm:cxn modelId="{E9920010-790E-434F-9901-A7E1F55EC58F}" type="presParOf" srcId="{35FAE928-CEE7-4065-86DF-D7864FD0A79C}" destId="{E6A7A5CA-B99D-4F71-9CB5-4A3917389CC4}" srcOrd="0" destOrd="0" presId="urn:microsoft.com/office/officeart/2018/2/layout/IconVerticalSolidList"/>
    <dgm:cxn modelId="{A042CAE2-C229-42B8-B578-8507FBE231DE}" type="presParOf" srcId="{35FAE928-CEE7-4065-86DF-D7864FD0A79C}" destId="{04C1DD06-F7C2-4458-BC6D-8A6667B1199E}" srcOrd="1" destOrd="0" presId="urn:microsoft.com/office/officeart/2018/2/layout/IconVerticalSolidList"/>
    <dgm:cxn modelId="{C8BEAD59-849E-4143-B8C3-B95C28F90FC3}" type="presParOf" srcId="{35FAE928-CEE7-4065-86DF-D7864FD0A79C}" destId="{7D1558C2-4DD0-4672-AAF3-3524B52A41E1}" srcOrd="2" destOrd="0" presId="urn:microsoft.com/office/officeart/2018/2/layout/IconVerticalSolidList"/>
    <dgm:cxn modelId="{AC45F124-E42E-4D7C-8F80-C205212ADF3A}" type="presParOf" srcId="{35FAE928-CEE7-4065-86DF-D7864FD0A79C}" destId="{10E022B0-F7DF-4436-84AB-8DA6BFC38188}" srcOrd="3" destOrd="0" presId="urn:microsoft.com/office/officeart/2018/2/layout/IconVerticalSolidList"/>
    <dgm:cxn modelId="{7987FBBE-CC60-43D0-BF36-D107BA0A7320}" type="presParOf" srcId="{0B6E6F70-1FA0-491E-870A-C01294197A89}" destId="{AA1ED05F-25F1-4BBF-8083-DDB1F763DFBC}" srcOrd="1" destOrd="0" presId="urn:microsoft.com/office/officeart/2018/2/layout/IconVerticalSolidList"/>
    <dgm:cxn modelId="{B56F44AF-AB5C-47E1-B9BE-98DAD70B4022}" type="presParOf" srcId="{0B6E6F70-1FA0-491E-870A-C01294197A89}" destId="{7718870B-1EAC-4153-8E68-2F6A6259E20B}" srcOrd="2" destOrd="0" presId="urn:microsoft.com/office/officeart/2018/2/layout/IconVerticalSolidList"/>
    <dgm:cxn modelId="{EB189342-8162-4C92-B814-C69EA6B726B6}" type="presParOf" srcId="{7718870B-1EAC-4153-8E68-2F6A6259E20B}" destId="{06471757-55C7-4809-9ED3-44EBD131DF04}" srcOrd="0" destOrd="0" presId="urn:microsoft.com/office/officeart/2018/2/layout/IconVerticalSolidList"/>
    <dgm:cxn modelId="{5776F500-75B0-4F4D-8954-93A26BCBA27D}" type="presParOf" srcId="{7718870B-1EAC-4153-8E68-2F6A6259E20B}" destId="{CA35FBD3-A7BE-4A9C-87C8-15DEED7574E6}" srcOrd="1" destOrd="0" presId="urn:microsoft.com/office/officeart/2018/2/layout/IconVerticalSolidList"/>
    <dgm:cxn modelId="{09A2C182-B0A9-4B1B-A35E-BA5B2695A2F5}" type="presParOf" srcId="{7718870B-1EAC-4153-8E68-2F6A6259E20B}" destId="{762CAB1A-231E-45AF-B8C5-F57C37303B0D}" srcOrd="2" destOrd="0" presId="urn:microsoft.com/office/officeart/2018/2/layout/IconVerticalSolidList"/>
    <dgm:cxn modelId="{B646231F-599B-4844-938B-20A9B74EB9E4}" type="presParOf" srcId="{7718870B-1EAC-4153-8E68-2F6A6259E20B}" destId="{55800630-E82D-4679-B996-53573F8BB024}" srcOrd="3" destOrd="0" presId="urn:microsoft.com/office/officeart/2018/2/layout/IconVerticalSolidList"/>
    <dgm:cxn modelId="{CE354147-89FD-400E-82EB-7F6F128CC8C2}" type="presParOf" srcId="{0B6E6F70-1FA0-491E-870A-C01294197A89}" destId="{3C45BCBF-0F35-473C-BE04-3515A25D4F1C}" srcOrd="3" destOrd="0" presId="urn:microsoft.com/office/officeart/2018/2/layout/IconVerticalSolidList"/>
    <dgm:cxn modelId="{D2BC036E-AC3D-44F8-A953-2AA231D01D6D}" type="presParOf" srcId="{0B6E6F70-1FA0-491E-870A-C01294197A89}" destId="{F918B85D-75CB-47E8-A7D7-201309882135}" srcOrd="4" destOrd="0" presId="urn:microsoft.com/office/officeart/2018/2/layout/IconVerticalSolidList"/>
    <dgm:cxn modelId="{43895112-7FB8-45F5-8715-F1E9A80DC9B2}" type="presParOf" srcId="{F918B85D-75CB-47E8-A7D7-201309882135}" destId="{7B65B142-41DA-4E6B-AEC2-8BEF02107CEA}" srcOrd="0" destOrd="0" presId="urn:microsoft.com/office/officeart/2018/2/layout/IconVerticalSolidList"/>
    <dgm:cxn modelId="{0722A295-C295-4453-9BA7-D1F5077A6E48}" type="presParOf" srcId="{F918B85D-75CB-47E8-A7D7-201309882135}" destId="{D8973F2F-1D12-46EE-8BF8-9572694FA8A5}" srcOrd="1" destOrd="0" presId="urn:microsoft.com/office/officeart/2018/2/layout/IconVerticalSolidList"/>
    <dgm:cxn modelId="{695927B2-2FD8-4828-B65B-2CDE99D44FB5}" type="presParOf" srcId="{F918B85D-75CB-47E8-A7D7-201309882135}" destId="{33A26A80-0550-45BC-93B2-B8B0C9FE12E2}" srcOrd="2" destOrd="0" presId="urn:microsoft.com/office/officeart/2018/2/layout/IconVerticalSolidList"/>
    <dgm:cxn modelId="{33C38995-68AB-4B1C-B927-4B4B385A8F3F}" type="presParOf" srcId="{F918B85D-75CB-47E8-A7D7-201309882135}" destId="{0EFB001C-570D-4E6A-B7EA-A25DD3C41E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E31CC-A74B-4BD7-832A-0D07E172BB10}">
      <dsp:nvSpPr>
        <dsp:cNvPr id="0" name=""/>
        <dsp:cNvSpPr/>
      </dsp:nvSpPr>
      <dsp:spPr>
        <a:xfrm>
          <a:off x="0" y="640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BDEAC-08A6-433A-B99D-B7BE17244133}">
      <dsp:nvSpPr>
        <dsp:cNvPr id="0" name=""/>
        <dsp:cNvSpPr/>
      </dsp:nvSpPr>
      <dsp:spPr>
        <a:xfrm>
          <a:off x="162742" y="121688"/>
          <a:ext cx="295894" cy="2958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D1B02-3D91-4B6A-B70C-AC23C2F4BB1E}">
      <dsp:nvSpPr>
        <dsp:cNvPr id="0" name=""/>
        <dsp:cNvSpPr/>
      </dsp:nvSpPr>
      <dsp:spPr>
        <a:xfrm>
          <a:off x="621378" y="640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Why AI Foundry Local</a:t>
          </a:r>
          <a:endParaRPr lang="en-US" sz="1500" kern="1200"/>
        </a:p>
      </dsp:txBody>
      <dsp:txXfrm>
        <a:off x="621378" y="640"/>
        <a:ext cx="4172077" cy="537990"/>
      </dsp:txXfrm>
    </dsp:sp>
    <dsp:sp modelId="{51E9C44B-4416-4E91-90AD-CACF059EDA1C}">
      <dsp:nvSpPr>
        <dsp:cNvPr id="0" name=""/>
        <dsp:cNvSpPr/>
      </dsp:nvSpPr>
      <dsp:spPr>
        <a:xfrm>
          <a:off x="0" y="673128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BBBF3-0FFF-47FF-BC76-2C06D0EA451B}">
      <dsp:nvSpPr>
        <dsp:cNvPr id="0" name=""/>
        <dsp:cNvSpPr/>
      </dsp:nvSpPr>
      <dsp:spPr>
        <a:xfrm>
          <a:off x="162742" y="794176"/>
          <a:ext cx="295894" cy="2958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564E-08C3-45F1-809D-81FABFB22412}">
      <dsp:nvSpPr>
        <dsp:cNvPr id="0" name=""/>
        <dsp:cNvSpPr/>
      </dsp:nvSpPr>
      <dsp:spPr>
        <a:xfrm>
          <a:off x="621378" y="673128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What AI Foundry Local Is</a:t>
          </a:r>
          <a:endParaRPr lang="en-US" sz="1500" kern="1200"/>
        </a:p>
      </dsp:txBody>
      <dsp:txXfrm>
        <a:off x="621378" y="673128"/>
        <a:ext cx="4172077" cy="537990"/>
      </dsp:txXfrm>
    </dsp:sp>
    <dsp:sp modelId="{DDC1205F-0824-4B1C-808A-DD59CDD695B8}">
      <dsp:nvSpPr>
        <dsp:cNvPr id="0" name=""/>
        <dsp:cNvSpPr/>
      </dsp:nvSpPr>
      <dsp:spPr>
        <a:xfrm>
          <a:off x="0" y="1345616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A5F67-B5B1-4333-B8F9-AC7A0969536F}">
      <dsp:nvSpPr>
        <dsp:cNvPr id="0" name=""/>
        <dsp:cNvSpPr/>
      </dsp:nvSpPr>
      <dsp:spPr>
        <a:xfrm>
          <a:off x="162742" y="1466664"/>
          <a:ext cx="295894" cy="2958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6DB21-841F-41BF-BB33-05FFC725EE66}">
      <dsp:nvSpPr>
        <dsp:cNvPr id="0" name=""/>
        <dsp:cNvSpPr/>
      </dsp:nvSpPr>
      <dsp:spPr>
        <a:xfrm>
          <a:off x="621378" y="1345616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Architecture Overview</a:t>
          </a:r>
          <a:endParaRPr lang="en-US" sz="1500" kern="1200"/>
        </a:p>
      </dsp:txBody>
      <dsp:txXfrm>
        <a:off x="621378" y="1345616"/>
        <a:ext cx="4172077" cy="537990"/>
      </dsp:txXfrm>
    </dsp:sp>
    <dsp:sp modelId="{377F3772-9641-43BC-889D-230FD8075508}">
      <dsp:nvSpPr>
        <dsp:cNvPr id="0" name=""/>
        <dsp:cNvSpPr/>
      </dsp:nvSpPr>
      <dsp:spPr>
        <a:xfrm>
          <a:off x="0" y="2018104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081E6-AFC2-41D9-903D-6F5470F0760B}">
      <dsp:nvSpPr>
        <dsp:cNvPr id="0" name=""/>
        <dsp:cNvSpPr/>
      </dsp:nvSpPr>
      <dsp:spPr>
        <a:xfrm>
          <a:off x="162742" y="2139152"/>
          <a:ext cx="295894" cy="2958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BD904-6458-4381-8366-E1008995E693}">
      <dsp:nvSpPr>
        <dsp:cNvPr id="0" name=""/>
        <dsp:cNvSpPr/>
      </dsp:nvSpPr>
      <dsp:spPr>
        <a:xfrm>
          <a:off x="621378" y="2018104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Core Capabilities</a:t>
          </a:r>
          <a:endParaRPr lang="en-US" sz="1500" kern="1200"/>
        </a:p>
      </dsp:txBody>
      <dsp:txXfrm>
        <a:off x="621378" y="2018104"/>
        <a:ext cx="4172077" cy="537990"/>
      </dsp:txXfrm>
    </dsp:sp>
    <dsp:sp modelId="{CA850C87-92AD-4AF8-A228-AE0A43189FF6}">
      <dsp:nvSpPr>
        <dsp:cNvPr id="0" name=""/>
        <dsp:cNvSpPr/>
      </dsp:nvSpPr>
      <dsp:spPr>
        <a:xfrm>
          <a:off x="0" y="2690592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892CC-3A75-4E59-A467-85FDB85D763F}">
      <dsp:nvSpPr>
        <dsp:cNvPr id="0" name=""/>
        <dsp:cNvSpPr/>
      </dsp:nvSpPr>
      <dsp:spPr>
        <a:xfrm>
          <a:off x="162742" y="2811640"/>
          <a:ext cx="295894" cy="2958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35BA4-1FD5-4555-A6E0-FA70EF5CF661}">
      <dsp:nvSpPr>
        <dsp:cNvPr id="0" name=""/>
        <dsp:cNvSpPr/>
      </dsp:nvSpPr>
      <dsp:spPr>
        <a:xfrm>
          <a:off x="621378" y="2690592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Use Cases</a:t>
          </a:r>
          <a:endParaRPr lang="en-US" sz="1500" kern="1200"/>
        </a:p>
      </dsp:txBody>
      <dsp:txXfrm>
        <a:off x="621378" y="2690592"/>
        <a:ext cx="4172077" cy="537990"/>
      </dsp:txXfrm>
    </dsp:sp>
    <dsp:sp modelId="{98BFD3AC-D4A0-4271-A9C6-9963A9C18516}">
      <dsp:nvSpPr>
        <dsp:cNvPr id="0" name=""/>
        <dsp:cNvSpPr/>
      </dsp:nvSpPr>
      <dsp:spPr>
        <a:xfrm>
          <a:off x="0" y="3363080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D7653-8C5D-4701-841F-5BB513A106CB}">
      <dsp:nvSpPr>
        <dsp:cNvPr id="0" name=""/>
        <dsp:cNvSpPr/>
      </dsp:nvSpPr>
      <dsp:spPr>
        <a:xfrm>
          <a:off x="162742" y="3484128"/>
          <a:ext cx="295894" cy="29589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8385B-1433-49C7-9F34-312FACECAA96}">
      <dsp:nvSpPr>
        <dsp:cNvPr id="0" name=""/>
        <dsp:cNvSpPr/>
      </dsp:nvSpPr>
      <dsp:spPr>
        <a:xfrm>
          <a:off x="621378" y="3363080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Demo / Walkthrough </a:t>
          </a:r>
          <a:endParaRPr lang="en-US" sz="1500" kern="1200"/>
        </a:p>
      </dsp:txBody>
      <dsp:txXfrm>
        <a:off x="621378" y="3363080"/>
        <a:ext cx="4172077" cy="537990"/>
      </dsp:txXfrm>
    </dsp:sp>
    <dsp:sp modelId="{63ACCDED-2433-41DA-9BD4-DDE2F03F1A4A}">
      <dsp:nvSpPr>
        <dsp:cNvPr id="0" name=""/>
        <dsp:cNvSpPr/>
      </dsp:nvSpPr>
      <dsp:spPr>
        <a:xfrm>
          <a:off x="0" y="4035568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65150-33DB-428E-9B8B-B5B5CE69EC2C}">
      <dsp:nvSpPr>
        <dsp:cNvPr id="0" name=""/>
        <dsp:cNvSpPr/>
      </dsp:nvSpPr>
      <dsp:spPr>
        <a:xfrm>
          <a:off x="162742" y="4156616"/>
          <a:ext cx="295894" cy="29589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32084-4CEF-42D9-973F-877C33585777}">
      <dsp:nvSpPr>
        <dsp:cNvPr id="0" name=""/>
        <dsp:cNvSpPr/>
      </dsp:nvSpPr>
      <dsp:spPr>
        <a:xfrm>
          <a:off x="621378" y="4035568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Operational &amp; Governance Considerations</a:t>
          </a:r>
          <a:endParaRPr lang="en-US" sz="1500" kern="1200"/>
        </a:p>
      </dsp:txBody>
      <dsp:txXfrm>
        <a:off x="621378" y="4035568"/>
        <a:ext cx="4172077" cy="537990"/>
      </dsp:txXfrm>
    </dsp:sp>
    <dsp:sp modelId="{FE5F0380-540E-42F7-9901-C200BC95067F}">
      <dsp:nvSpPr>
        <dsp:cNvPr id="0" name=""/>
        <dsp:cNvSpPr/>
      </dsp:nvSpPr>
      <dsp:spPr>
        <a:xfrm>
          <a:off x="0" y="4708056"/>
          <a:ext cx="4793456" cy="5379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8F3C6-5C73-4E69-B60E-817DE4C911C8}">
      <dsp:nvSpPr>
        <dsp:cNvPr id="0" name=""/>
        <dsp:cNvSpPr/>
      </dsp:nvSpPr>
      <dsp:spPr>
        <a:xfrm>
          <a:off x="162742" y="4829104"/>
          <a:ext cx="295894" cy="29589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729C6-14C1-436D-B7B2-DE30317F6920}">
      <dsp:nvSpPr>
        <dsp:cNvPr id="0" name=""/>
        <dsp:cNvSpPr/>
      </dsp:nvSpPr>
      <dsp:spPr>
        <a:xfrm>
          <a:off x="621378" y="4708056"/>
          <a:ext cx="4172077" cy="537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937" tIns="56937" rIns="56937" bIns="5693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Getting Started</a:t>
          </a:r>
          <a:endParaRPr lang="en-US" sz="1500" kern="1200"/>
        </a:p>
      </dsp:txBody>
      <dsp:txXfrm>
        <a:off x="621378" y="4708056"/>
        <a:ext cx="4172077" cy="537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68A2E-90E8-9947-90D1-7D91E82DAD67}">
      <dsp:nvSpPr>
        <dsp:cNvPr id="0" name=""/>
        <dsp:cNvSpPr/>
      </dsp:nvSpPr>
      <dsp:spPr>
        <a:xfrm>
          <a:off x="0" y="98303"/>
          <a:ext cx="4793456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Data residency and compliance requirements</a:t>
          </a:r>
          <a:endParaRPr lang="en-US" sz="2400" kern="1200"/>
        </a:p>
      </dsp:txBody>
      <dsp:txXfrm>
        <a:off x="46606" y="144909"/>
        <a:ext cx="4700244" cy="861507"/>
      </dsp:txXfrm>
    </dsp:sp>
    <dsp:sp modelId="{00F8B823-BF08-B543-A45F-3A61B8A39A85}">
      <dsp:nvSpPr>
        <dsp:cNvPr id="0" name=""/>
        <dsp:cNvSpPr/>
      </dsp:nvSpPr>
      <dsp:spPr>
        <a:xfrm>
          <a:off x="0" y="1122143"/>
          <a:ext cx="4793456" cy="954719"/>
        </a:xfrm>
        <a:prstGeom prst="roundRect">
          <a:avLst/>
        </a:prstGeom>
        <a:solidFill>
          <a:schemeClr val="accent2">
            <a:hueOff val="-332684"/>
            <a:satOff val="2054"/>
            <a:lumOff val="-2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Latency-sensitive workloads</a:t>
          </a:r>
          <a:endParaRPr lang="en-US" sz="2400" kern="1200"/>
        </a:p>
      </dsp:txBody>
      <dsp:txXfrm>
        <a:off x="46606" y="1168749"/>
        <a:ext cx="4700244" cy="861507"/>
      </dsp:txXfrm>
    </dsp:sp>
    <dsp:sp modelId="{C3005750-42F9-4448-91CB-0D2C4BA34EC1}">
      <dsp:nvSpPr>
        <dsp:cNvPr id="0" name=""/>
        <dsp:cNvSpPr/>
      </dsp:nvSpPr>
      <dsp:spPr>
        <a:xfrm>
          <a:off x="0" y="2145983"/>
          <a:ext cx="4793456" cy="954719"/>
        </a:xfrm>
        <a:prstGeom prst="roundRect">
          <a:avLst/>
        </a:prstGeom>
        <a:solidFill>
          <a:schemeClr val="accent2">
            <a:hueOff val="-665368"/>
            <a:satOff val="4108"/>
            <a:lumOff val="-58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Cost control for high-volume inference</a:t>
          </a:r>
          <a:endParaRPr lang="en-US" sz="2400" kern="1200"/>
        </a:p>
      </dsp:txBody>
      <dsp:txXfrm>
        <a:off x="46606" y="2192589"/>
        <a:ext cx="4700244" cy="861507"/>
      </dsp:txXfrm>
    </dsp:sp>
    <dsp:sp modelId="{2B4E670A-1DE9-2949-9623-8CC4668C3268}">
      <dsp:nvSpPr>
        <dsp:cNvPr id="0" name=""/>
        <dsp:cNvSpPr/>
      </dsp:nvSpPr>
      <dsp:spPr>
        <a:xfrm>
          <a:off x="0" y="3169823"/>
          <a:ext cx="4793456" cy="954719"/>
        </a:xfrm>
        <a:prstGeom prst="roundRect">
          <a:avLst/>
        </a:prstGeom>
        <a:solidFill>
          <a:schemeClr val="accent2">
            <a:hueOff val="-998051"/>
            <a:satOff val="6162"/>
            <a:lumOff val="-88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Offline or edge scenarios</a:t>
          </a:r>
          <a:endParaRPr lang="en-US" sz="2400" kern="1200"/>
        </a:p>
      </dsp:txBody>
      <dsp:txXfrm>
        <a:off x="46606" y="3216429"/>
        <a:ext cx="4700244" cy="861507"/>
      </dsp:txXfrm>
    </dsp:sp>
    <dsp:sp modelId="{3AC5DB67-0EB0-2D46-A66D-3326FB88EE0F}">
      <dsp:nvSpPr>
        <dsp:cNvPr id="0" name=""/>
        <dsp:cNvSpPr/>
      </dsp:nvSpPr>
      <dsp:spPr>
        <a:xfrm>
          <a:off x="0" y="4193663"/>
          <a:ext cx="4793456" cy="954719"/>
        </a:xfrm>
        <a:prstGeom prst="roundRect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Security and IP protection</a:t>
          </a:r>
          <a:endParaRPr lang="en-US" sz="2400" kern="1200"/>
        </a:p>
      </dsp:txBody>
      <dsp:txXfrm>
        <a:off x="46606" y="4240269"/>
        <a:ext cx="4700244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1CFB8-15AD-4391-90F8-D02E5A11EA9D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D7EA0-CEAF-4ED8-BE38-54A8557328B9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D592C-2DCD-4A26-959E-03D66023A752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 local deployment of AI Foundry capabilities</a:t>
          </a:r>
          <a:endParaRPr lang="en-US" sz="2000" kern="1200"/>
        </a:p>
      </dsp:txBody>
      <dsp:txXfrm>
        <a:off x="1274714" y="2177"/>
        <a:ext cx="3518741" cy="1103648"/>
      </dsp:txXfrm>
    </dsp:sp>
    <dsp:sp modelId="{D1F8BA1F-1D50-482B-9E7E-4913BE52F660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DDE5F-8517-4014-A489-2D70A6F29C44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E3318-BC9E-4357-9030-E966C4573799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Run models, tools, and workflows on your own infrastructure</a:t>
          </a:r>
          <a:endParaRPr lang="en-US" sz="2000" kern="1200"/>
        </a:p>
      </dsp:txBody>
      <dsp:txXfrm>
        <a:off x="1274714" y="1381738"/>
        <a:ext cx="3518741" cy="1103648"/>
      </dsp:txXfrm>
    </dsp:sp>
    <dsp:sp modelId="{5E433EA9-0BCF-41D2-9BC5-2C424B8E1869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5AC72-9F7B-47F0-B6A8-4C2BBCF50A6A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BCC59-595D-46B0-AFB1-CA24BF0703CF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Consistent experience with cloud-based AI Foundry</a:t>
          </a:r>
          <a:endParaRPr lang="en-US" sz="2000" kern="1200"/>
        </a:p>
      </dsp:txBody>
      <dsp:txXfrm>
        <a:off x="1274714" y="2761299"/>
        <a:ext cx="3518741" cy="1103648"/>
      </dsp:txXfrm>
    </dsp:sp>
    <dsp:sp modelId="{A71A3B7A-C3B8-4142-9ECB-E850BBD06F1D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5F7EDD-4EF8-4A30-B29D-0502AC8EE618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83443-D61C-4185-9EA7-74C67D4DAAD6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Designed for enterprise and regulated environments</a:t>
          </a:r>
          <a:endParaRPr lang="en-US" sz="2000" kern="1200"/>
        </a:p>
      </dsp:txBody>
      <dsp:txXfrm>
        <a:off x="1274714" y="4140860"/>
        <a:ext cx="3518741" cy="1103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BB61E-3CB4-4584-8D81-DCA772267CDC}">
      <dsp:nvSpPr>
        <dsp:cNvPr id="0" name=""/>
        <dsp:cNvSpPr/>
      </dsp:nvSpPr>
      <dsp:spPr>
        <a:xfrm>
          <a:off x="279056" y="727454"/>
          <a:ext cx="872824" cy="872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4D8DB-DD29-4142-A359-CC51EEFD582F}">
      <dsp:nvSpPr>
        <dsp:cNvPr id="0" name=""/>
        <dsp:cNvSpPr/>
      </dsp:nvSpPr>
      <dsp:spPr>
        <a:xfrm>
          <a:off x="465067" y="913466"/>
          <a:ext cx="500800" cy="500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1435C-A45F-4523-AF84-705FFE224C47}">
      <dsp:nvSpPr>
        <dsp:cNvPr id="0" name=""/>
        <dsp:cNvSpPr/>
      </dsp:nvSpPr>
      <dsp:spPr>
        <a:xfrm>
          <a:off x="38" y="1872142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Model hosting and inference runtime</a:t>
          </a:r>
          <a:endParaRPr lang="en-US" sz="1300" kern="1200"/>
        </a:p>
      </dsp:txBody>
      <dsp:txXfrm>
        <a:off x="38" y="1872142"/>
        <a:ext cx="1430859" cy="572343"/>
      </dsp:txXfrm>
    </dsp:sp>
    <dsp:sp modelId="{6F003884-BE07-4C7C-8084-56DBEE876B34}">
      <dsp:nvSpPr>
        <dsp:cNvPr id="0" name=""/>
        <dsp:cNvSpPr/>
      </dsp:nvSpPr>
      <dsp:spPr>
        <a:xfrm>
          <a:off x="1960315" y="727454"/>
          <a:ext cx="872824" cy="872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75913-35EF-4923-AA83-4B8F5095FD9A}">
      <dsp:nvSpPr>
        <dsp:cNvPr id="0" name=""/>
        <dsp:cNvSpPr/>
      </dsp:nvSpPr>
      <dsp:spPr>
        <a:xfrm>
          <a:off x="2146327" y="913466"/>
          <a:ext cx="500800" cy="500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B9525-64D1-4B3E-B9B8-0028C8DAA62C}">
      <dsp:nvSpPr>
        <dsp:cNvPr id="0" name=""/>
        <dsp:cNvSpPr/>
      </dsp:nvSpPr>
      <dsp:spPr>
        <a:xfrm>
          <a:off x="1681298" y="1872142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Prompt and workflow orchestration</a:t>
          </a:r>
          <a:endParaRPr lang="en-US" sz="1300" kern="1200"/>
        </a:p>
      </dsp:txBody>
      <dsp:txXfrm>
        <a:off x="1681298" y="1872142"/>
        <a:ext cx="1430859" cy="572343"/>
      </dsp:txXfrm>
    </dsp:sp>
    <dsp:sp modelId="{EEA0115F-46B4-414E-8242-A76593F7E4E0}">
      <dsp:nvSpPr>
        <dsp:cNvPr id="0" name=""/>
        <dsp:cNvSpPr/>
      </dsp:nvSpPr>
      <dsp:spPr>
        <a:xfrm>
          <a:off x="3641575" y="727454"/>
          <a:ext cx="872824" cy="872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105044-F26F-4940-BC5A-83C1AB04D600}">
      <dsp:nvSpPr>
        <dsp:cNvPr id="0" name=""/>
        <dsp:cNvSpPr/>
      </dsp:nvSpPr>
      <dsp:spPr>
        <a:xfrm>
          <a:off x="3827587" y="913466"/>
          <a:ext cx="500800" cy="500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F83CC-23E4-4E1A-9D80-95D7B3DDAD64}">
      <dsp:nvSpPr>
        <dsp:cNvPr id="0" name=""/>
        <dsp:cNvSpPr/>
      </dsp:nvSpPr>
      <dsp:spPr>
        <a:xfrm>
          <a:off x="3362558" y="1872142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Evaluation and monitoring</a:t>
          </a:r>
          <a:endParaRPr lang="en-US" sz="1300" kern="1200"/>
        </a:p>
      </dsp:txBody>
      <dsp:txXfrm>
        <a:off x="3362558" y="1872142"/>
        <a:ext cx="1430859" cy="572343"/>
      </dsp:txXfrm>
    </dsp:sp>
    <dsp:sp modelId="{B9FFB4E0-E5F5-4910-8B7A-D6731734D38C}">
      <dsp:nvSpPr>
        <dsp:cNvPr id="0" name=""/>
        <dsp:cNvSpPr/>
      </dsp:nvSpPr>
      <dsp:spPr>
        <a:xfrm>
          <a:off x="1119686" y="2802200"/>
          <a:ext cx="872824" cy="872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7804F-EC2D-473B-8AD7-6030C6CFC9D2}">
      <dsp:nvSpPr>
        <dsp:cNvPr id="0" name=""/>
        <dsp:cNvSpPr/>
      </dsp:nvSpPr>
      <dsp:spPr>
        <a:xfrm>
          <a:off x="1305697" y="2988212"/>
          <a:ext cx="500800" cy="500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7A1F6-6B4A-4CD7-9E1F-72DA70F76E8C}">
      <dsp:nvSpPr>
        <dsp:cNvPr id="0" name=""/>
        <dsp:cNvSpPr/>
      </dsp:nvSpPr>
      <dsp:spPr>
        <a:xfrm>
          <a:off x="840668" y="3946888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Security and access controls</a:t>
          </a:r>
          <a:endParaRPr lang="en-US" sz="1300" kern="1200"/>
        </a:p>
      </dsp:txBody>
      <dsp:txXfrm>
        <a:off x="840668" y="3946888"/>
        <a:ext cx="1430859" cy="572343"/>
      </dsp:txXfrm>
    </dsp:sp>
    <dsp:sp modelId="{2D78B7D0-BB65-4F3B-9D39-F4E5655BE9EB}">
      <dsp:nvSpPr>
        <dsp:cNvPr id="0" name=""/>
        <dsp:cNvSpPr/>
      </dsp:nvSpPr>
      <dsp:spPr>
        <a:xfrm>
          <a:off x="2800945" y="2802200"/>
          <a:ext cx="872824" cy="87282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30DA2-E011-4FF6-A8CB-63C06A904E9C}">
      <dsp:nvSpPr>
        <dsp:cNvPr id="0" name=""/>
        <dsp:cNvSpPr/>
      </dsp:nvSpPr>
      <dsp:spPr>
        <a:xfrm>
          <a:off x="2986957" y="2988212"/>
          <a:ext cx="500800" cy="5008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D4B52-08AC-4B5C-BD4E-2B333B74A17A}">
      <dsp:nvSpPr>
        <dsp:cNvPr id="0" name=""/>
        <dsp:cNvSpPr/>
      </dsp:nvSpPr>
      <dsp:spPr>
        <a:xfrm>
          <a:off x="2521928" y="3946888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Integration with existing apps and data</a:t>
          </a:r>
          <a:endParaRPr lang="en-US" sz="1300" kern="1200"/>
        </a:p>
      </dsp:txBody>
      <dsp:txXfrm>
        <a:off x="2521928" y="3946888"/>
        <a:ext cx="1430859" cy="5723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F0BC0-E6B3-4504-B7E9-17D718C82A09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1B783-DCC5-4290-A470-716EBC9DD55C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391A2-C0C7-4D24-9B5D-7C21EFCC31B8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User request hits internal app</a:t>
          </a:r>
          <a:endParaRPr lang="en-US" sz="2200" kern="1200"/>
        </a:p>
      </dsp:txBody>
      <dsp:txXfrm>
        <a:off x="1274714" y="2177"/>
        <a:ext cx="3518741" cy="1103648"/>
      </dsp:txXfrm>
    </dsp:sp>
    <dsp:sp modelId="{0E506587-1949-4890-B640-43897E9130B3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2BE7C-E115-4405-8D0F-51DA97EFB770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A6E64-6292-45B3-9DD0-FCE165951959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App calls AI Foundry Local API</a:t>
          </a:r>
          <a:endParaRPr lang="en-US" sz="2200" kern="1200"/>
        </a:p>
      </dsp:txBody>
      <dsp:txXfrm>
        <a:off x="1274714" y="1381738"/>
        <a:ext cx="3518741" cy="1103648"/>
      </dsp:txXfrm>
    </dsp:sp>
    <dsp:sp modelId="{F87E6787-1C11-44DE-9A1F-BF1AEDACA911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838E0-E527-497C-8DA6-593DFE7CFFFC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29AD5-01BE-4F6F-84D8-05F71871F76C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Model processes data locally</a:t>
          </a:r>
          <a:endParaRPr lang="en-US" sz="2200" kern="1200"/>
        </a:p>
      </dsp:txBody>
      <dsp:txXfrm>
        <a:off x="1274714" y="2761299"/>
        <a:ext cx="3518741" cy="1103648"/>
      </dsp:txXfrm>
    </dsp:sp>
    <dsp:sp modelId="{A96A0D13-813D-4E52-90D9-5E781777B852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E1CBCE-7192-4EAE-B051-1402EEB2CFCE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6A12D-CE1C-4D86-BF37-163B8A361A77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Response returned</a:t>
          </a:r>
          <a:endParaRPr lang="en-US" sz="2200" kern="1200" dirty="0"/>
        </a:p>
      </dsp:txBody>
      <dsp:txXfrm>
        <a:off x="1274714" y="4140860"/>
        <a:ext cx="3518741" cy="1103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EA420-5F8A-5941-98DE-6569AC43FCD3}">
      <dsp:nvSpPr>
        <dsp:cNvPr id="0" name=""/>
        <dsp:cNvSpPr/>
      </dsp:nvSpPr>
      <dsp:spPr>
        <a:xfrm>
          <a:off x="0" y="4303420"/>
          <a:ext cx="1198364" cy="9414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228" tIns="163576" rIns="85228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Review</a:t>
          </a:r>
        </a:p>
      </dsp:txBody>
      <dsp:txXfrm>
        <a:off x="0" y="4303420"/>
        <a:ext cx="1198364" cy="941483"/>
      </dsp:txXfrm>
    </dsp:sp>
    <dsp:sp modelId="{039D44B7-8C96-A34A-A650-FF77A56C3889}">
      <dsp:nvSpPr>
        <dsp:cNvPr id="0" name=""/>
        <dsp:cNvSpPr/>
      </dsp:nvSpPr>
      <dsp:spPr>
        <a:xfrm>
          <a:off x="1198364" y="4303420"/>
          <a:ext cx="3595092" cy="94148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5" tIns="292100" rIns="72925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Review logs and metrics</a:t>
          </a:r>
        </a:p>
      </dsp:txBody>
      <dsp:txXfrm>
        <a:off x="1198364" y="4303420"/>
        <a:ext cx="3595092" cy="941483"/>
      </dsp:txXfrm>
    </dsp:sp>
    <dsp:sp modelId="{3C9CE001-68DA-1A4D-9C6E-C8536E9229D5}">
      <dsp:nvSpPr>
        <dsp:cNvPr id="0" name=""/>
        <dsp:cNvSpPr/>
      </dsp:nvSpPr>
      <dsp:spPr>
        <a:xfrm rot="10800000">
          <a:off x="0" y="2869541"/>
          <a:ext cx="1198364" cy="14480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875979"/>
            <a:satOff val="-5949"/>
            <a:lumOff val="-2484"/>
            <a:alphaOff val="0"/>
          </a:schemeClr>
        </a:solidFill>
        <a:ln w="19050" cap="rnd" cmpd="sng" algn="ctr">
          <a:solidFill>
            <a:schemeClr val="accent5">
              <a:hueOff val="-875979"/>
              <a:satOff val="-5949"/>
              <a:lumOff val="-24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228" tIns="163576" rIns="85228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Run</a:t>
          </a:r>
        </a:p>
      </dsp:txBody>
      <dsp:txXfrm rot="-10800000">
        <a:off x="0" y="2869541"/>
        <a:ext cx="1198364" cy="941200"/>
      </dsp:txXfrm>
    </dsp:sp>
    <dsp:sp modelId="{0B8D55D9-4E46-294D-8B50-6F1746F37940}">
      <dsp:nvSpPr>
        <dsp:cNvPr id="0" name=""/>
        <dsp:cNvSpPr/>
      </dsp:nvSpPr>
      <dsp:spPr>
        <a:xfrm>
          <a:off x="1198364" y="2869541"/>
          <a:ext cx="3595092" cy="941200"/>
        </a:xfrm>
        <a:prstGeom prst="rect">
          <a:avLst/>
        </a:prstGeom>
        <a:solidFill>
          <a:schemeClr val="accent5">
            <a:tint val="40000"/>
            <a:alpha val="90000"/>
            <a:hueOff val="-1062866"/>
            <a:satOff val="-7102"/>
            <a:lumOff val="-696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-1062866"/>
              <a:satOff val="-7102"/>
              <a:lumOff val="-6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5" tIns="292100" rIns="72925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Run an inference</a:t>
          </a:r>
        </a:p>
      </dsp:txBody>
      <dsp:txXfrm>
        <a:off x="1198364" y="2869541"/>
        <a:ext cx="3595092" cy="941200"/>
      </dsp:txXfrm>
    </dsp:sp>
    <dsp:sp modelId="{1A57BE58-634F-AC46-8B16-B4E21B9DEED6}">
      <dsp:nvSpPr>
        <dsp:cNvPr id="0" name=""/>
        <dsp:cNvSpPr/>
      </dsp:nvSpPr>
      <dsp:spPr>
        <a:xfrm rot="10800000">
          <a:off x="0" y="1435662"/>
          <a:ext cx="1198364" cy="14480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1751958"/>
            <a:satOff val="-11899"/>
            <a:lumOff val="-4967"/>
            <a:alphaOff val="0"/>
          </a:schemeClr>
        </a:solidFill>
        <a:ln w="19050" cap="rnd" cmpd="sng" algn="ctr">
          <a:solidFill>
            <a:schemeClr val="accent5">
              <a:hueOff val="-1751958"/>
              <a:satOff val="-11899"/>
              <a:lumOff val="-49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228" tIns="163576" rIns="85228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</a:t>
          </a:r>
        </a:p>
      </dsp:txBody>
      <dsp:txXfrm rot="-10800000">
        <a:off x="0" y="1435662"/>
        <a:ext cx="1198364" cy="941200"/>
      </dsp:txXfrm>
    </dsp:sp>
    <dsp:sp modelId="{9B2272E8-EB0F-A34E-BF07-D1682443C14F}">
      <dsp:nvSpPr>
        <dsp:cNvPr id="0" name=""/>
        <dsp:cNvSpPr/>
      </dsp:nvSpPr>
      <dsp:spPr>
        <a:xfrm>
          <a:off x="1198364" y="1435662"/>
          <a:ext cx="3595092" cy="941200"/>
        </a:xfrm>
        <a:prstGeom prst="rect">
          <a:avLst/>
        </a:prstGeom>
        <a:solidFill>
          <a:schemeClr val="accent5">
            <a:tint val="40000"/>
            <a:alpha val="90000"/>
            <a:hueOff val="-2125732"/>
            <a:satOff val="-14203"/>
            <a:lumOff val="-139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-2125732"/>
              <a:satOff val="-14203"/>
              <a:lumOff val="-13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5" tIns="292100" rIns="72925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Create a prompt</a:t>
          </a:r>
        </a:p>
      </dsp:txBody>
      <dsp:txXfrm>
        <a:off x="1198364" y="1435662"/>
        <a:ext cx="3595092" cy="941200"/>
      </dsp:txXfrm>
    </dsp:sp>
    <dsp:sp modelId="{1E4431FD-DECA-F24B-9F2F-5D2BC92AA3FC}">
      <dsp:nvSpPr>
        <dsp:cNvPr id="0" name=""/>
        <dsp:cNvSpPr/>
      </dsp:nvSpPr>
      <dsp:spPr>
        <a:xfrm rot="10800000">
          <a:off x="0" y="1783"/>
          <a:ext cx="1198364" cy="14480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2627937"/>
            <a:satOff val="-17848"/>
            <a:lumOff val="-7451"/>
            <a:alphaOff val="0"/>
          </a:schemeClr>
        </a:solidFill>
        <a:ln w="19050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228" tIns="163576" rIns="85228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Deploy</a:t>
          </a:r>
        </a:p>
      </dsp:txBody>
      <dsp:txXfrm rot="-10800000">
        <a:off x="0" y="1783"/>
        <a:ext cx="1198364" cy="941200"/>
      </dsp:txXfrm>
    </dsp:sp>
    <dsp:sp modelId="{3CFBCF28-346A-7E40-B1B5-CB45672FF229}">
      <dsp:nvSpPr>
        <dsp:cNvPr id="0" name=""/>
        <dsp:cNvSpPr/>
      </dsp:nvSpPr>
      <dsp:spPr>
        <a:xfrm>
          <a:off x="1198364" y="1783"/>
          <a:ext cx="3595092" cy="941200"/>
        </a:xfrm>
        <a:prstGeom prst="rect">
          <a:avLst/>
        </a:prstGeom>
        <a:solidFill>
          <a:schemeClr val="accent5">
            <a:tint val="40000"/>
            <a:alpha val="90000"/>
            <a:hueOff val="-3188598"/>
            <a:satOff val="-21305"/>
            <a:lumOff val="-2087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-3188598"/>
              <a:satOff val="-21305"/>
              <a:lumOff val="-20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5" tIns="292100" rIns="72925" bIns="29210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Deploy a local model</a:t>
          </a:r>
        </a:p>
      </dsp:txBody>
      <dsp:txXfrm>
        <a:off x="1198364" y="1783"/>
        <a:ext cx="3595092" cy="9412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BA1C2-466B-440A-8879-0C8E5D2FAA9A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88641-FF25-4F12-9FFB-D4BB55029FD0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82D79-2291-4F48-9E38-7EBAA7676B04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Hardware sizing and GPU selection</a:t>
          </a:r>
          <a:endParaRPr lang="en-US" sz="2200" kern="1200"/>
        </a:p>
      </dsp:txBody>
      <dsp:txXfrm>
        <a:off x="1274714" y="2177"/>
        <a:ext cx="3518741" cy="1103648"/>
      </dsp:txXfrm>
    </dsp:sp>
    <dsp:sp modelId="{F4CDBBB7-C61C-4079-B3A8-B15E1EBD5299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2C162-F45B-45AA-97E0-718E5D74E050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B0559-DA44-4A20-86B4-B8DDBB1062A2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Scaling strategies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B620DA74-FF79-4CB1-9E62-08810A8BBCA0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D9FAE-9DBC-45EA-86D4-F943C202880C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42D6E-40C1-4175-B349-FCD54FBB32AF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Upgrade and patching process</a:t>
          </a:r>
          <a:endParaRPr lang="en-US" sz="2200" kern="1200"/>
        </a:p>
      </dsp:txBody>
      <dsp:txXfrm>
        <a:off x="1274714" y="2761299"/>
        <a:ext cx="3518741" cy="1103648"/>
      </dsp:txXfrm>
    </dsp:sp>
    <dsp:sp modelId="{83C21173-1F04-4333-BB43-0EA6EF56FD1C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7A073-B076-4C9A-9286-44CC9B4EE341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839A9-7488-4E36-99AD-33FF9B7F4D01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Backup and recovery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1CD12-DEEC-B64A-9626-20E91A842EAC}">
      <dsp:nvSpPr>
        <dsp:cNvPr id="0" name=""/>
        <dsp:cNvSpPr/>
      </dsp:nvSpPr>
      <dsp:spPr>
        <a:xfrm>
          <a:off x="2147835" y="794261"/>
          <a:ext cx="463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584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273" y="837510"/>
        <a:ext cx="24709" cy="4941"/>
      </dsp:txXfrm>
    </dsp:sp>
    <dsp:sp modelId="{63BAC4DF-788A-3040-8975-673C4D0179E0}">
      <dsp:nvSpPr>
        <dsp:cNvPr id="0" name=""/>
        <dsp:cNvSpPr/>
      </dsp:nvSpPr>
      <dsp:spPr>
        <a:xfrm>
          <a:off x="1006" y="195392"/>
          <a:ext cx="2148629" cy="12891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Identify target use case</a:t>
          </a:r>
          <a:endParaRPr lang="en-US" sz="2500" kern="1200"/>
        </a:p>
      </dsp:txBody>
      <dsp:txXfrm>
        <a:off x="1006" y="195392"/>
        <a:ext cx="2148629" cy="1289177"/>
      </dsp:txXfrm>
    </dsp:sp>
    <dsp:sp modelId="{4AF81B11-CAD2-E942-812E-71A9E791D76A}">
      <dsp:nvSpPr>
        <dsp:cNvPr id="0" name=""/>
        <dsp:cNvSpPr/>
      </dsp:nvSpPr>
      <dsp:spPr>
        <a:xfrm>
          <a:off x="1075321" y="1482770"/>
          <a:ext cx="2642813" cy="463584"/>
        </a:xfrm>
        <a:custGeom>
          <a:avLst/>
          <a:gdLst/>
          <a:ahLst/>
          <a:cxnLst/>
          <a:rect l="0" t="0" r="0" b="0"/>
          <a:pathLst>
            <a:path>
              <a:moveTo>
                <a:pt x="2642813" y="0"/>
              </a:moveTo>
              <a:lnTo>
                <a:pt x="2642813" y="248892"/>
              </a:lnTo>
              <a:lnTo>
                <a:pt x="0" y="248892"/>
              </a:lnTo>
              <a:lnTo>
                <a:pt x="0" y="463584"/>
              </a:lnTo>
            </a:path>
          </a:pathLst>
        </a:custGeom>
        <a:noFill/>
        <a:ln w="9525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9512" y="1712091"/>
        <a:ext cx="134431" cy="4941"/>
      </dsp:txXfrm>
    </dsp:sp>
    <dsp:sp modelId="{9F582AB7-5D5A-E141-B226-3A8032654C80}">
      <dsp:nvSpPr>
        <dsp:cNvPr id="0" name=""/>
        <dsp:cNvSpPr/>
      </dsp:nvSpPr>
      <dsp:spPr>
        <a:xfrm>
          <a:off x="2643820" y="195392"/>
          <a:ext cx="2148629" cy="1289177"/>
        </a:xfrm>
        <a:prstGeom prst="rect">
          <a:avLst/>
        </a:prstGeom>
        <a:solidFill>
          <a:schemeClr val="accent2">
            <a:hueOff val="-332684"/>
            <a:satOff val="2054"/>
            <a:lumOff val="-2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Select hardware and runtime</a:t>
          </a:r>
          <a:endParaRPr lang="en-US" sz="2500" kern="1200"/>
        </a:p>
      </dsp:txBody>
      <dsp:txXfrm>
        <a:off x="2643820" y="195392"/>
        <a:ext cx="2148629" cy="1289177"/>
      </dsp:txXfrm>
    </dsp:sp>
    <dsp:sp modelId="{177FD781-9FA0-1B4C-9918-1B9599E25E0E}">
      <dsp:nvSpPr>
        <dsp:cNvPr id="0" name=""/>
        <dsp:cNvSpPr/>
      </dsp:nvSpPr>
      <dsp:spPr>
        <a:xfrm>
          <a:off x="2147835" y="2577623"/>
          <a:ext cx="463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584" y="45720"/>
              </a:lnTo>
            </a:path>
          </a:pathLst>
        </a:custGeom>
        <a:noFill/>
        <a:ln w="9525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273" y="2620872"/>
        <a:ext cx="24709" cy="4941"/>
      </dsp:txXfrm>
    </dsp:sp>
    <dsp:sp modelId="{E99768A7-99B4-EE4E-A1EA-8653A70EDC67}">
      <dsp:nvSpPr>
        <dsp:cNvPr id="0" name=""/>
        <dsp:cNvSpPr/>
      </dsp:nvSpPr>
      <dsp:spPr>
        <a:xfrm>
          <a:off x="1006" y="1978754"/>
          <a:ext cx="2148629" cy="1289177"/>
        </a:xfrm>
        <a:prstGeom prst="rect">
          <a:avLst/>
        </a:prstGeom>
        <a:solidFill>
          <a:schemeClr val="accent2">
            <a:hueOff val="-665368"/>
            <a:satOff val="4108"/>
            <a:lumOff val="-58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Deploy AI Foundry Local</a:t>
          </a:r>
          <a:endParaRPr lang="en-US" sz="2500" kern="1200"/>
        </a:p>
      </dsp:txBody>
      <dsp:txXfrm>
        <a:off x="1006" y="1978754"/>
        <a:ext cx="2148629" cy="1289177"/>
      </dsp:txXfrm>
    </dsp:sp>
    <dsp:sp modelId="{BEFBAF86-CBD7-304F-BC98-248F160CA414}">
      <dsp:nvSpPr>
        <dsp:cNvPr id="0" name=""/>
        <dsp:cNvSpPr/>
      </dsp:nvSpPr>
      <dsp:spPr>
        <a:xfrm>
          <a:off x="1075321" y="3266132"/>
          <a:ext cx="2642813" cy="463584"/>
        </a:xfrm>
        <a:custGeom>
          <a:avLst/>
          <a:gdLst/>
          <a:ahLst/>
          <a:cxnLst/>
          <a:rect l="0" t="0" r="0" b="0"/>
          <a:pathLst>
            <a:path>
              <a:moveTo>
                <a:pt x="2642813" y="0"/>
              </a:moveTo>
              <a:lnTo>
                <a:pt x="2642813" y="248892"/>
              </a:lnTo>
              <a:lnTo>
                <a:pt x="0" y="248892"/>
              </a:lnTo>
              <a:lnTo>
                <a:pt x="0" y="463584"/>
              </a:lnTo>
            </a:path>
          </a:pathLst>
        </a:custGeom>
        <a:noFill/>
        <a:ln w="9525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9512" y="3495453"/>
        <a:ext cx="134431" cy="4941"/>
      </dsp:txXfrm>
    </dsp:sp>
    <dsp:sp modelId="{9DD17F0E-9762-F943-BA15-B6EDCE25169F}">
      <dsp:nvSpPr>
        <dsp:cNvPr id="0" name=""/>
        <dsp:cNvSpPr/>
      </dsp:nvSpPr>
      <dsp:spPr>
        <a:xfrm>
          <a:off x="2643820" y="1978754"/>
          <a:ext cx="2148629" cy="1289177"/>
        </a:xfrm>
        <a:prstGeom prst="rect">
          <a:avLst/>
        </a:prstGeom>
        <a:solidFill>
          <a:schemeClr val="accent2">
            <a:hueOff val="-998051"/>
            <a:satOff val="6162"/>
            <a:lumOff val="-88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Pilot with a small team</a:t>
          </a:r>
          <a:endParaRPr lang="en-US" sz="2500" kern="1200"/>
        </a:p>
      </dsp:txBody>
      <dsp:txXfrm>
        <a:off x="2643820" y="1978754"/>
        <a:ext cx="2148629" cy="1289177"/>
      </dsp:txXfrm>
    </dsp:sp>
    <dsp:sp modelId="{AF92327A-DE0D-A143-91B0-BE1E44E02C85}">
      <dsp:nvSpPr>
        <dsp:cNvPr id="0" name=""/>
        <dsp:cNvSpPr/>
      </dsp:nvSpPr>
      <dsp:spPr>
        <a:xfrm>
          <a:off x="1006" y="3762116"/>
          <a:ext cx="2148629" cy="1289177"/>
        </a:xfrm>
        <a:prstGeom prst="rect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85" tIns="110515" rIns="105285" bIns="11051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Iterate and scale</a:t>
          </a:r>
          <a:endParaRPr lang="en-US" sz="2500" kern="1200"/>
        </a:p>
      </dsp:txBody>
      <dsp:txXfrm>
        <a:off x="1006" y="3762116"/>
        <a:ext cx="2148629" cy="12891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379D3-BBF4-484A-A4D7-21710FED6591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44F827-E378-4BAE-8B21-C2AF52EACEFA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C822F-964A-4A63-BDD9-E42C067E4C28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Start with evaluation early</a:t>
          </a:r>
          <a:endParaRPr lang="en-US" sz="2200" kern="1200"/>
        </a:p>
      </dsp:txBody>
      <dsp:txXfrm>
        <a:off x="1274714" y="2177"/>
        <a:ext cx="3518741" cy="1103648"/>
      </dsp:txXfrm>
    </dsp:sp>
    <dsp:sp modelId="{F5CF99BB-2D5F-4CA8-9DA5-859A6AD227F7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566EC-E339-45A0-80E6-EF2006639B68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AD0AE-F68A-4ECF-BB65-7944A3221179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Treat prompts as code</a:t>
          </a:r>
          <a:endParaRPr lang="en-US" sz="2200" kern="1200"/>
        </a:p>
      </dsp:txBody>
      <dsp:txXfrm>
        <a:off x="1274714" y="1381738"/>
        <a:ext cx="3518741" cy="1103648"/>
      </dsp:txXfrm>
    </dsp:sp>
    <dsp:sp modelId="{3B168FCB-D657-452A-8927-FB0F08BA3DA0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26353-C655-4B70-9EC3-0C3EB0DE1904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C53FD-1938-47E4-831F-5CCFC3DDCB83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Monitor usage continuously</a:t>
          </a:r>
          <a:endParaRPr lang="en-US" sz="2200" kern="1200"/>
        </a:p>
      </dsp:txBody>
      <dsp:txXfrm>
        <a:off x="1274714" y="2761299"/>
        <a:ext cx="3518741" cy="1103648"/>
      </dsp:txXfrm>
    </dsp:sp>
    <dsp:sp modelId="{0AB466F2-B57D-4029-938E-23962C291DDF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77E41-3215-443A-99C0-3804D8F4EAB0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DCDF3-E4CB-4B47-8039-8381D3529126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Plan for governance from day one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53796-A8A5-2441-B70F-DD023C1186C7}">
      <dsp:nvSpPr>
        <dsp:cNvPr id="0" name=""/>
        <dsp:cNvSpPr/>
      </dsp:nvSpPr>
      <dsp:spPr>
        <a:xfrm>
          <a:off x="0" y="0"/>
          <a:ext cx="47934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9E236-1C30-7C4D-A45C-E9D71B1A962C}">
      <dsp:nvSpPr>
        <dsp:cNvPr id="0" name=""/>
        <dsp:cNvSpPr/>
      </dsp:nvSpPr>
      <dsp:spPr>
        <a:xfrm>
          <a:off x="0" y="0"/>
          <a:ext cx="4793456" cy="1311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Expanded model support</a:t>
          </a:r>
          <a:endParaRPr lang="en-US" sz="3200" kern="1200" dirty="0"/>
        </a:p>
      </dsp:txBody>
      <dsp:txXfrm>
        <a:off x="0" y="0"/>
        <a:ext cx="4793456" cy="1311671"/>
      </dsp:txXfrm>
    </dsp:sp>
    <dsp:sp modelId="{33E26850-1B0F-D143-A33D-C182E680A324}">
      <dsp:nvSpPr>
        <dsp:cNvPr id="0" name=""/>
        <dsp:cNvSpPr/>
      </dsp:nvSpPr>
      <dsp:spPr>
        <a:xfrm>
          <a:off x="0" y="1311671"/>
          <a:ext cx="4793456" cy="0"/>
        </a:xfrm>
        <a:prstGeom prst="line">
          <a:avLst/>
        </a:prstGeom>
        <a:solidFill>
          <a:schemeClr val="accent2">
            <a:hueOff val="-443578"/>
            <a:satOff val="2739"/>
            <a:lumOff val="-392"/>
            <a:alphaOff val="0"/>
          </a:schemeClr>
        </a:solidFill>
        <a:ln w="19050" cap="rnd" cmpd="sng" algn="ctr">
          <a:solidFill>
            <a:schemeClr val="accent2">
              <a:hueOff val="-443578"/>
              <a:satOff val="2739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92688-D126-8B4E-BEE2-3ACB5C33C212}">
      <dsp:nvSpPr>
        <dsp:cNvPr id="0" name=""/>
        <dsp:cNvSpPr/>
      </dsp:nvSpPr>
      <dsp:spPr>
        <a:xfrm>
          <a:off x="0" y="1311671"/>
          <a:ext cx="4793456" cy="1311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Improved tooling and automation (</a:t>
          </a:r>
          <a:r>
            <a:rPr lang="en-US" sz="3200" b="0" i="0" kern="1200" dirty="0" err="1"/>
            <a:t>prompty</a:t>
          </a:r>
          <a:r>
            <a:rPr lang="en-US" sz="3200" b="0" i="0" kern="1200" dirty="0"/>
            <a:t>)</a:t>
          </a:r>
          <a:endParaRPr lang="en-US" sz="3200" kern="1200" dirty="0"/>
        </a:p>
      </dsp:txBody>
      <dsp:txXfrm>
        <a:off x="0" y="1311671"/>
        <a:ext cx="4793456" cy="1311671"/>
      </dsp:txXfrm>
    </dsp:sp>
    <dsp:sp modelId="{A942A852-1FF4-DA4C-BA85-F04F01D79248}">
      <dsp:nvSpPr>
        <dsp:cNvPr id="0" name=""/>
        <dsp:cNvSpPr/>
      </dsp:nvSpPr>
      <dsp:spPr>
        <a:xfrm>
          <a:off x="0" y="2623343"/>
          <a:ext cx="4793456" cy="0"/>
        </a:xfrm>
        <a:prstGeom prst="line">
          <a:avLst/>
        </a:prstGeom>
        <a:solidFill>
          <a:schemeClr val="accent2">
            <a:hueOff val="-887157"/>
            <a:satOff val="5477"/>
            <a:lumOff val="-784"/>
            <a:alphaOff val="0"/>
          </a:schemeClr>
        </a:solidFill>
        <a:ln w="19050" cap="rnd" cmpd="sng" algn="ctr">
          <a:solidFill>
            <a:schemeClr val="accent2">
              <a:hueOff val="-887157"/>
              <a:satOff val="5477"/>
              <a:lumOff val="-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C1124-6EC1-8D49-BD38-A5DA7918D2A6}">
      <dsp:nvSpPr>
        <dsp:cNvPr id="0" name=""/>
        <dsp:cNvSpPr/>
      </dsp:nvSpPr>
      <dsp:spPr>
        <a:xfrm>
          <a:off x="0" y="2623343"/>
          <a:ext cx="4793456" cy="1311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Deeper hybrid integrations</a:t>
          </a:r>
          <a:endParaRPr lang="en-US" sz="3200" kern="1200" dirty="0"/>
        </a:p>
      </dsp:txBody>
      <dsp:txXfrm>
        <a:off x="0" y="2623343"/>
        <a:ext cx="4793456" cy="1311671"/>
      </dsp:txXfrm>
    </dsp:sp>
    <dsp:sp modelId="{EC74F356-C34B-E747-BB20-9AED552D13A8}">
      <dsp:nvSpPr>
        <dsp:cNvPr id="0" name=""/>
        <dsp:cNvSpPr/>
      </dsp:nvSpPr>
      <dsp:spPr>
        <a:xfrm>
          <a:off x="0" y="3935015"/>
          <a:ext cx="4793456" cy="0"/>
        </a:xfrm>
        <a:prstGeom prst="line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accent2">
              <a:hueOff val="-1330735"/>
              <a:satOff val="8216"/>
              <a:lumOff val="-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D4CCB-100F-4947-835F-CA7DD8D85887}">
      <dsp:nvSpPr>
        <dsp:cNvPr id="0" name=""/>
        <dsp:cNvSpPr/>
      </dsp:nvSpPr>
      <dsp:spPr>
        <a:xfrm>
          <a:off x="0" y="3935015"/>
          <a:ext cx="4793456" cy="1311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Community and ecosystem growth</a:t>
          </a:r>
          <a:endParaRPr lang="en-US" sz="3200" kern="1200"/>
        </a:p>
      </dsp:txBody>
      <dsp:txXfrm>
        <a:off x="0" y="3935015"/>
        <a:ext cx="4793456" cy="131167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7A5CA-B99D-4F71-9CB5-4A3917389CC4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1DD06-F7C2-4458-BC6D-8A6667B1199E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022B0-F7DF-4436-84AB-8DA6BFC38188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Questions</a:t>
          </a:r>
          <a:endParaRPr lang="en-US" sz="2500" kern="1200"/>
        </a:p>
      </dsp:txBody>
      <dsp:txXfrm>
        <a:off x="1730984" y="640"/>
        <a:ext cx="3062471" cy="1498687"/>
      </dsp:txXfrm>
    </dsp:sp>
    <dsp:sp modelId="{06471757-55C7-4809-9ED3-44EBD131DF04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5FBD3-A7BE-4A9C-87C8-15DEED7574E6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00630-E82D-4679-B996-53573F8BB024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Discussion</a:t>
          </a:r>
          <a:endParaRPr lang="en-US" sz="2500" kern="1200"/>
        </a:p>
      </dsp:txBody>
      <dsp:txXfrm>
        <a:off x="1730984" y="1873999"/>
        <a:ext cx="3062471" cy="1498687"/>
      </dsp:txXfrm>
    </dsp:sp>
    <dsp:sp modelId="{7B65B142-41DA-4E6B-AEC2-8BEF02107CEA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73F2F-1D12-46EE-8BF8-9572694FA8A5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B001C-570D-4E6A-B7EA-A25DD3C41E90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Share experiences</a:t>
          </a:r>
          <a:endParaRPr lang="en-US" sz="2500" kern="1200"/>
        </a:p>
      </dsp:txBody>
      <dsp:txXfrm>
        <a:off x="1730984" y="3747359"/>
        <a:ext cx="3062471" cy="1498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0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2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8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1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3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0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4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9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7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70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2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0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88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26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1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9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474BD5-5CDD-4624-B265-461D5D2FA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6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541F74-7AB4-44F5-B299-DC46587E9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C5CDCA-4575-4FF4-A5EC-64DC449B2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742D19B-10DE-4D94-98F8-1F12F9938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C4F9F2-5068-498F-A8BD-B7B105328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3E1DABB-ED82-4D7D-8F9D-4F5168E3E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468F7E-1797-41D7-AB73-3AD2C4C253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20D4073-E031-435E-B8A6-63CEA7375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304B15C-CB59-49EF-BEFA-F4B5CFF1F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739E239-4B56-4CD1-B3C9-F44730C4B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97F9A81-D694-4C86-AF0C-8D592AFE2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5700">
                <a:solidFill>
                  <a:srgbClr val="FFFFFF"/>
                </a:solidFill>
              </a:rPr>
              <a:t>AI Foundry 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/>
          </a:bodyPr>
          <a:lstStyle/>
          <a:p>
            <a:pPr algn="ctr"/>
            <a:r>
              <a:rPr lang="en-US" sz="1900">
                <a:solidFill>
                  <a:schemeClr val="tx2"/>
                </a:solidFill>
              </a:rPr>
              <a:t>Building, Running, and Governing AI Locally</a:t>
            </a:r>
          </a:p>
          <a:p>
            <a:pPr algn="ctr"/>
            <a:r>
              <a:rPr lang="en-US" sz="1900">
                <a:solidFill>
                  <a:schemeClr val="tx2"/>
                </a:solidFill>
              </a:rPr>
              <a:t>User Group Session (30–40 minutes)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58F6C8D0-A995-45FF-B149-BDE2869A2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91" y="0"/>
            <a:ext cx="9145191" cy="6861555"/>
            <a:chOff x="-1588" y="0"/>
            <a:chExt cx="12193588" cy="6861555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03AC3D4E-4E10-48A1-B3F8-861E27E2D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1CEC22A4-D648-4B53-8907-0C5030796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C00E35F6-56B1-4DFA-ABF7-9FDED6F74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C9B53944-CFCC-446A-9F6F-3222B6355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0" name="Freeform 5">
              <a:extLst>
                <a:ext uri="{FF2B5EF4-FFF2-40B4-BE49-F238E27FC236}">
                  <a16:creationId xmlns:a16="http://schemas.microsoft.com/office/drawing/2014/main" id="{9F29F387-EDFF-4D6A-8BAE-4FE82FF23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4554582" cy="1622322"/>
          </a:xfrm>
        </p:spPr>
        <p:txBody>
          <a:bodyPr>
            <a:normAutofit/>
          </a:bodyPr>
          <a:lstStyle/>
          <a:p>
            <a:r>
              <a:rPr lang="en-US" dirty="0"/>
              <a:t>About Me 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7C534E4-266C-C680-D2B3-774FDC5C0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3" b="35321"/>
          <a:stretch>
            <a:fillRect/>
          </a:stretch>
        </p:blipFill>
        <p:spPr bwMode="auto">
          <a:xfrm>
            <a:off x="5563669" y="645107"/>
            <a:ext cx="3093988" cy="271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Rectangle 1051">
            <a:extLst>
              <a:ext uri="{FF2B5EF4-FFF2-40B4-BE49-F238E27FC236}">
                <a16:creationId xmlns:a16="http://schemas.microsoft.com/office/drawing/2014/main" id="{249D5706-E8D1-4AF2-B66A-3A78BE1E3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2418735"/>
            <a:ext cx="4554582" cy="381174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Podcast Host</a:t>
            </a:r>
          </a:p>
          <a:p>
            <a:r>
              <a:rPr lang="en-US" dirty="0">
                <a:solidFill>
                  <a:schemeClr val="bg1"/>
                </a:solidFill>
              </a:rPr>
              <a:t>Microsoft MVP in AI</a:t>
            </a:r>
          </a:p>
          <a:p>
            <a:r>
              <a:rPr lang="en-US" dirty="0">
                <a:solidFill>
                  <a:schemeClr val="bg1"/>
                </a:solidFill>
              </a:rPr>
              <a:t>Gen AI Staff Engineer</a:t>
            </a:r>
          </a:p>
          <a:p>
            <a:r>
              <a:rPr lang="en-US" dirty="0">
                <a:solidFill>
                  <a:schemeClr val="bg1"/>
                </a:solidFill>
              </a:rPr>
              <a:t>New Dad</a:t>
            </a:r>
          </a:p>
        </p:txBody>
      </p:sp>
      <p:pic>
        <p:nvPicPr>
          <p:cNvPr id="1028" name="Picture 4" descr="Engineer In The Loop logo">
            <a:extLst>
              <a:ext uri="{FF2B5EF4-FFF2-40B4-BE49-F238E27FC236}">
                <a16:creationId xmlns:a16="http://schemas.microsoft.com/office/drawing/2014/main" id="{20F09E48-5E31-4F30-705A-26A1BB3B1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7" b="7091"/>
          <a:stretch>
            <a:fillRect/>
          </a:stretch>
        </p:blipFill>
        <p:spPr bwMode="auto">
          <a:xfrm>
            <a:off x="5563669" y="3520086"/>
            <a:ext cx="3093988" cy="271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B48C0-55AB-22D2-9C53-B96C07BF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C2670-6D87-7B2A-9391-56452AB6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1880B9-795B-E4F8-E255-3E30FAE49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74730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874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Why Run AI Locally?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54483-42DE-BD6D-3923-9741C0853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618063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What Is AI Foundry Local?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110808-A8F5-D334-EE24-AFD37B4F48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85422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EBEBEB"/>
                </a:solidFill>
              </a:rPr>
              <a:t>Core Components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B017DD-4B22-52E9-53F2-29177990B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22724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Local compute (VMs, Kubernetes, or on‑prem servers)</a:t>
            </a:r>
          </a:p>
          <a:p>
            <a:r>
              <a:rPr lang="en-US" sz="1700"/>
              <a:t>Model registry and artifact storage</a:t>
            </a:r>
          </a:p>
          <a:p>
            <a:r>
              <a:rPr lang="en-US" sz="1700"/>
              <a:t>API layer for apps and services</a:t>
            </a:r>
          </a:p>
          <a:p>
            <a:r>
              <a:rPr lang="en-US" sz="1700"/>
              <a:t>Observability and logging</a:t>
            </a:r>
          </a:p>
          <a:p>
            <a:r>
              <a:rPr lang="en-US" sz="1700"/>
              <a:t>Optional cloud connectivity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Model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Open-source models (e.g., LLMs, embeddings)</a:t>
            </a:r>
          </a:p>
          <a:p>
            <a:r>
              <a:rPr lang="en-US" sz="1700"/>
              <a:t>Fine-tuned or custom models</a:t>
            </a:r>
          </a:p>
          <a:p>
            <a:r>
              <a:rPr lang="en-US" sz="1700"/>
              <a:t>Versioning and lifecycle management</a:t>
            </a:r>
          </a:p>
          <a:p>
            <a:r>
              <a:rPr lang="en-US" sz="1700"/>
              <a:t>Bring-your-own-model flexibility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Prompt &amp; Workflow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Centralized prompt templates</a:t>
            </a:r>
          </a:p>
          <a:p>
            <a:r>
              <a:rPr lang="en-US" sz="1700" dirty="0"/>
              <a:t>Reusable chains and tools</a:t>
            </a:r>
          </a:p>
          <a:p>
            <a:r>
              <a:rPr lang="en-US" sz="1700" dirty="0"/>
              <a:t>Environment-specific configurations</a:t>
            </a:r>
          </a:p>
          <a:p>
            <a:r>
              <a:rPr lang="en-US" sz="1700" dirty="0"/>
              <a:t>Version control for prompts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Evaluation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Offline and online evaluation</a:t>
            </a:r>
          </a:p>
          <a:p>
            <a:r>
              <a:rPr lang="en-US" sz="1700"/>
              <a:t>Regression testing for prompts and models</a:t>
            </a:r>
          </a:p>
          <a:p>
            <a:r>
              <a:rPr lang="en-US" sz="1700"/>
              <a:t>Human-in-the-loop review</a:t>
            </a:r>
          </a:p>
          <a:p>
            <a:r>
              <a:rPr lang="en-US" sz="1700"/>
              <a:t>Metrics for accuracy and relevance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Inference latency and throughput</a:t>
            </a:r>
          </a:p>
          <a:p>
            <a:r>
              <a:rPr lang="en-US" sz="1700" dirty="0"/>
              <a:t>Token usage and cost estimation ($0.00)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Local data control</a:t>
            </a:r>
          </a:p>
          <a:p>
            <a:r>
              <a:rPr lang="en-US" sz="1700" dirty="0"/>
              <a:t>Role-based access control</a:t>
            </a:r>
          </a:p>
          <a:p>
            <a:r>
              <a:rPr lang="en-US" sz="1700" dirty="0"/>
              <a:t>Audit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Internal copilots and assistants</a:t>
            </a:r>
          </a:p>
          <a:p>
            <a:r>
              <a:rPr lang="en-US" sz="1700"/>
              <a:t>Document processing and summarization</a:t>
            </a:r>
          </a:p>
          <a:p>
            <a:r>
              <a:rPr lang="en-US" sz="1700"/>
              <a:t>Code analysis and generation</a:t>
            </a:r>
          </a:p>
          <a:p>
            <a:r>
              <a:rPr lang="en-US" sz="1700"/>
              <a:t>Edge or disconnected environments</a:t>
            </a:r>
          </a:p>
          <a:p>
            <a:r>
              <a:rPr lang="en-US" sz="1700"/>
              <a:t>Regulated industry workloads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Example Workflow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E086B8-2B66-9EE6-AEFB-DF7D07286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81440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EBEBEB"/>
                </a:solidFill>
              </a:rPr>
              <a:t>Demo (Optional)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790EE9F3-0919-B247-2FC5-26CF45189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8145308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EBEBEB"/>
                </a:solidFill>
              </a:rPr>
              <a:t>Operational Considerations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B4A11F-DDFD-92A4-E2AC-58C7A4E3A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40958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Local vs Cloud AI Foundry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Local: control, compliance, low latency</a:t>
            </a:r>
          </a:p>
          <a:p>
            <a:r>
              <a:rPr lang="en-US" sz="1700"/>
              <a:t>Cloud: elasticity, managed services</a:t>
            </a:r>
          </a:p>
          <a:p>
            <a:r>
              <a:rPr lang="en-US" sz="1700"/>
              <a:t>Hybrid approaches are common</a:t>
            </a:r>
          </a:p>
          <a:p>
            <a:r>
              <a:rPr lang="en-US" sz="1700"/>
              <a:t>Choose per workload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Getting Started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237A14-264F-9C48-E3A4-5782643E9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55925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Best Practices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B8B6B3-8AB2-E99E-50B2-C6952BEE67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32184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A52FE-2B84-8E22-8714-520CAF232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D76AAD-3EDE-EDDE-7033-12B2E826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Common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410BE-2FEB-7E54-7AE5-78EBD5193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557" y="437513"/>
            <a:ext cx="4858942" cy="595432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https://</a:t>
            </a:r>
            <a:r>
              <a:rPr lang="en-US" sz="1700" dirty="0" err="1"/>
              <a:t>learn.microsoft.com</a:t>
            </a:r>
            <a:r>
              <a:rPr lang="en-US" sz="1700" dirty="0"/>
              <a:t>/</a:t>
            </a:r>
            <a:r>
              <a:rPr lang="en-US" sz="1700" dirty="0" err="1"/>
              <a:t>en</a:t>
            </a:r>
            <a:r>
              <a:rPr lang="en-US" sz="1700" dirty="0"/>
              <a:t>-us/azure/ai-foundry/foundry-local/</a:t>
            </a:r>
            <a:r>
              <a:rPr lang="en-US" sz="1700" dirty="0" err="1"/>
              <a:t>what-is-foundry-local?view</a:t>
            </a:r>
            <a:r>
              <a:rPr lang="en-US" sz="1700" dirty="0"/>
              <a:t>=</a:t>
            </a:r>
            <a:r>
              <a:rPr lang="en-US" sz="1700" dirty="0" err="1"/>
              <a:t>foundry-classic&amp;viewFallbackFrom</a:t>
            </a:r>
            <a:r>
              <a:rPr lang="en-US" sz="1700" dirty="0"/>
              <a:t>=foundry</a:t>
            </a:r>
          </a:p>
        </p:txBody>
      </p:sp>
    </p:spTree>
    <p:extLst>
      <p:ext uri="{BB962C8B-B14F-4D97-AF65-F5344CB8AC3E}">
        <p14:creationId xmlns:p14="http://schemas.microsoft.com/office/powerpoint/2010/main" val="405810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Roadmap &amp; Future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601669-D7B1-A7F1-5C3D-30ED593A2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588167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Q&amp;A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72874-B364-2F3E-7301-BE098D656D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79487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894</TotalTime>
  <Words>460</Words>
  <Application>Microsoft Macintosh PowerPoint</Application>
  <PresentationFormat>On-screen Show (4:3)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Century Gothic</vt:lpstr>
      <vt:lpstr>Wingdings 3</vt:lpstr>
      <vt:lpstr>Ion Boardroom</vt:lpstr>
      <vt:lpstr>AI Foundry Local</vt:lpstr>
      <vt:lpstr>About Me </vt:lpstr>
      <vt:lpstr>Agenda</vt:lpstr>
      <vt:lpstr>Why Run AI Locally?</vt:lpstr>
      <vt:lpstr>What Is AI Foundry Local?</vt:lpstr>
      <vt:lpstr>Core Components</vt:lpstr>
      <vt:lpstr>High-Level Architecture</vt:lpstr>
      <vt:lpstr>Model Support</vt:lpstr>
      <vt:lpstr>Prompt &amp; Workflow Management</vt:lpstr>
      <vt:lpstr>Evaluation &amp; Quality</vt:lpstr>
      <vt:lpstr>Monitoring &amp; Observability</vt:lpstr>
      <vt:lpstr>Security &amp; Governance</vt:lpstr>
      <vt:lpstr>Common Use Cases</vt:lpstr>
      <vt:lpstr>Example Workflow</vt:lpstr>
      <vt:lpstr>Demo (Optional)</vt:lpstr>
      <vt:lpstr>Operational Considerations</vt:lpstr>
      <vt:lpstr>Local vs Cloud AI Foundry</vt:lpstr>
      <vt:lpstr>Getting Started</vt:lpstr>
      <vt:lpstr>Best Practices</vt:lpstr>
      <vt:lpstr>Common Questions</vt:lpstr>
      <vt:lpstr>Roadmap &amp; Future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Alec Harrison</cp:lastModifiedBy>
  <cp:revision>4</cp:revision>
  <dcterms:created xsi:type="dcterms:W3CDTF">2013-01-27T09:14:16Z</dcterms:created>
  <dcterms:modified xsi:type="dcterms:W3CDTF">2026-01-30T14:22:59Z</dcterms:modified>
  <cp:category/>
</cp:coreProperties>
</file>